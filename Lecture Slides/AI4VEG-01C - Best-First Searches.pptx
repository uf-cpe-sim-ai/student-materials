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13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6" r:id="rId1"/>
  </p:sldMasterIdLst>
  <p:notesMasterIdLst>
    <p:notesMasterId r:id="rId13"/>
  </p:notesMasterIdLst>
  <p:sldIdLst>
    <p:sldId id="277" r:id="rId2"/>
    <p:sldId id="290" r:id="rId3"/>
    <p:sldId id="311" r:id="rId4"/>
    <p:sldId id="313" r:id="rId5"/>
    <p:sldId id="310" r:id="rId6"/>
    <p:sldId id="312" r:id="rId7"/>
    <p:sldId id="275" r:id="rId8"/>
    <p:sldId id="306" r:id="rId9"/>
    <p:sldId id="314" r:id="rId10"/>
    <p:sldId id="278" r:id="rId11"/>
    <p:sldId id="276" r:id="rId12"/>
  </p:sldIdLst>
  <p:sldSz cx="12192000" cy="6858000"/>
  <p:notesSz cx="6858000" cy="9144000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00B0FF"/>
    <a:srgbClr val="00C0FF"/>
    <a:srgbClr val="153430"/>
    <a:srgbClr val="7B1B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59" autoAdjust="0"/>
    <p:restoredTop sz="69781" autoAdjust="0"/>
  </p:normalViewPr>
  <p:slideViewPr>
    <p:cSldViewPr snapToGrid="0">
      <p:cViewPr varScale="1">
        <p:scale>
          <a:sx n="65" d="100"/>
          <a:sy n="65" d="100"/>
        </p:scale>
        <p:origin x="704" y="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1F-8747-A658-8E486681030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11F-8747-A658-8E486681030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11F-8747-A658-8E486681030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11F-8747-A658-8E486681030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11F-8747-A658-8E486681030D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Series 6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Sheet1!$G$2</c:f>
              <c:numCache>
                <c:formatCode>General</c:formatCode>
                <c:ptCount val="1"/>
                <c:pt idx="0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11F-8747-A658-8E486681030D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38756704"/>
        <c:axId val="539834768"/>
      </c:barChart>
      <c:catAx>
        <c:axId val="538756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9834768"/>
        <c:crosses val="autoZero"/>
        <c:auto val="1"/>
        <c:lblAlgn val="ctr"/>
        <c:lblOffset val="100"/>
        <c:noMultiLvlLbl val="0"/>
      </c:catAx>
      <c:valAx>
        <c:axId val="53983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87567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B8B-664C-ABDC-44587165755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B8B-664C-ABDC-44587165755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B8B-664C-ABDC-44587165755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B8B-664C-ABDC-44587165755D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B8B-664C-ABDC-4458716575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 Regular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 Regular"/>
              </a:defRPr>
            </a:lvl1pPr>
          </a:lstStyle>
          <a:p>
            <a:fld id="{8E24D082-62B2-4603-B607-C48DA4798F55}" type="datetimeFigureOut">
              <a:rPr lang="en-US" smtClean="0"/>
              <a:pPr/>
              <a:t>2025-05-21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 Regular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 Regular"/>
              </a:defRPr>
            </a:lvl1pPr>
          </a:lstStyle>
          <a:p>
            <a:fld id="{AE7AAC71-A325-46F3-BA6F-DBF0674AF0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040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>
            <a:extLst>
              <a:ext uri="{FF2B5EF4-FFF2-40B4-BE49-F238E27FC236}">
                <a16:creationId xmlns:a16="http://schemas.microsoft.com/office/drawing/2014/main" id="{6ACA58EC-F99C-4281-A86F-711ACC6FA21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>
            <a:extLst>
              <a:ext uri="{FF2B5EF4-FFF2-40B4-BE49-F238E27FC236}">
                <a16:creationId xmlns:a16="http://schemas.microsoft.com/office/drawing/2014/main" id="{A004ABE2-C36E-414C-BBDE-EFF35A6605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228" name="Slide Number Placeholder 3">
            <a:extLst>
              <a:ext uri="{FF2B5EF4-FFF2-40B4-BE49-F238E27FC236}">
                <a16:creationId xmlns:a16="http://schemas.microsoft.com/office/drawing/2014/main" id="{F7C71E5D-4D8A-4C50-B269-4170BAEB8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6FBB801-3DB8-4672-8C06-6E84E8EE2729}" type="slidenum">
              <a:rPr lang="en-US" altLang="en-US" sz="1200" u="none">
                <a:solidFill>
                  <a:schemeClr val="tx1"/>
                </a:solidFill>
                <a:latin typeface="Arial" panose="020B0604020202020204" pitchFamily="34" charset="0"/>
              </a:rPr>
              <a:pPr eaLnBrk="1" hangingPunct="1"/>
              <a:t>2</a:t>
            </a:fld>
            <a:endParaRPr lang="en-US" altLang="en-US" sz="1200" u="none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>
            <a:extLst>
              <a:ext uri="{FF2B5EF4-FFF2-40B4-BE49-F238E27FC236}">
                <a16:creationId xmlns:a16="http://schemas.microsoft.com/office/drawing/2014/main" id="{6ACA58EC-F99C-4281-A86F-711ACC6FA21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>
            <a:extLst>
              <a:ext uri="{FF2B5EF4-FFF2-40B4-BE49-F238E27FC236}">
                <a16:creationId xmlns:a16="http://schemas.microsoft.com/office/drawing/2014/main" id="{A004ABE2-C36E-414C-BBDE-EFF35A6605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228" name="Slide Number Placeholder 3">
            <a:extLst>
              <a:ext uri="{FF2B5EF4-FFF2-40B4-BE49-F238E27FC236}">
                <a16:creationId xmlns:a16="http://schemas.microsoft.com/office/drawing/2014/main" id="{F7C71E5D-4D8A-4C50-B269-4170BAEB8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6FBB801-3DB8-4672-8C06-6E84E8EE2729}" type="slidenum">
              <a:rPr lang="en-US" altLang="en-US" sz="1200" u="none">
                <a:solidFill>
                  <a:schemeClr val="tx1"/>
                </a:solidFill>
                <a:latin typeface="Arial" panose="020B0604020202020204" pitchFamily="34" charset="0"/>
              </a:rPr>
              <a:pPr eaLnBrk="1" hangingPunct="1"/>
              <a:t>5</a:t>
            </a:fld>
            <a:endParaRPr lang="en-US" altLang="en-US" sz="1200" u="none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97834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>
            <a:extLst>
              <a:ext uri="{FF2B5EF4-FFF2-40B4-BE49-F238E27FC236}">
                <a16:creationId xmlns:a16="http://schemas.microsoft.com/office/drawing/2014/main" id="{890EC174-4320-484B-B537-8DD81705EA4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Notes Placeholder 2">
            <a:extLst>
              <a:ext uri="{FF2B5EF4-FFF2-40B4-BE49-F238E27FC236}">
                <a16:creationId xmlns:a16="http://schemas.microsoft.com/office/drawing/2014/main" id="{465EB9EE-F945-4BAF-95A3-E886D7796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444" name="Slide Number Placeholder 3">
            <a:extLst>
              <a:ext uri="{FF2B5EF4-FFF2-40B4-BE49-F238E27FC236}">
                <a16:creationId xmlns:a16="http://schemas.microsoft.com/office/drawing/2014/main" id="{5D916164-D45D-4B49-9A84-3B227B795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C94B851-C3A6-4A4E-B8F5-393272743166}" type="slidenum">
              <a:rPr lang="en-US" altLang="en-US" sz="1200" u="none">
                <a:solidFill>
                  <a:schemeClr val="tx1"/>
                </a:solidFill>
                <a:latin typeface="Arial" panose="020B0604020202020204" pitchFamily="34" charset="0"/>
              </a:rPr>
              <a:pPr eaLnBrk="1" hangingPunct="1"/>
              <a:t>7</a:t>
            </a:fld>
            <a:endParaRPr lang="en-US" altLang="en-US" sz="1200" u="none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>
            <a:extLst>
              <a:ext uri="{FF2B5EF4-FFF2-40B4-BE49-F238E27FC236}">
                <a16:creationId xmlns:a16="http://schemas.microsoft.com/office/drawing/2014/main" id="{F40BC692-FB34-4E88-A635-AFBD9180AEE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>
            <a:extLst>
              <a:ext uri="{FF2B5EF4-FFF2-40B4-BE49-F238E27FC236}">
                <a16:creationId xmlns:a16="http://schemas.microsoft.com/office/drawing/2014/main" id="{5AE9E17C-758E-4A78-B3C7-ADD90654C9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676" name="Slide Number Placeholder 3">
            <a:extLst>
              <a:ext uri="{FF2B5EF4-FFF2-40B4-BE49-F238E27FC236}">
                <a16:creationId xmlns:a16="http://schemas.microsoft.com/office/drawing/2014/main" id="{FA55B624-735B-49A2-9850-6AA9A563D7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090A3F4-1D09-4EA1-930D-B910056F6E60}" type="slidenum">
              <a:rPr lang="en-US" altLang="en-US" sz="1200" u="none">
                <a:solidFill>
                  <a:schemeClr val="tx1"/>
                </a:solidFill>
                <a:latin typeface="Arial" panose="020B0604020202020204" pitchFamily="34" charset="0"/>
              </a:rPr>
              <a:pPr eaLnBrk="1" hangingPunct="1"/>
              <a:t>8</a:t>
            </a:fld>
            <a:endParaRPr lang="en-US" altLang="en-US" sz="1200" u="none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2397BC9F-5CCE-42A2-A111-67D78F7FD97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3F28708D-ABD8-43A5-9DAF-26847290C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7B7254CD-3CEC-486F-9A36-503197F129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u="sng">
                <a:solidFill>
                  <a:srgbClr val="00FF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B08E04E-B855-4DA4-ACFF-B6977BAB9986}" type="slidenum">
              <a:rPr lang="en-US" altLang="en-US" sz="1200" u="none">
                <a:solidFill>
                  <a:schemeClr val="tx1"/>
                </a:solidFill>
                <a:latin typeface="Arial" panose="020B0604020202020204" pitchFamily="34" charset="0"/>
              </a:rPr>
              <a:pPr eaLnBrk="1" hangingPunct="1"/>
              <a:t>10</a:t>
            </a:fld>
            <a:endParaRPr lang="en-US" altLang="en-US" sz="1200" u="none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"/>
          <p:cNvSpPr>
            <a:spLocks noGrp="1"/>
          </p:cNvSpPr>
          <p:nvPr>
            <p:ph type="body" idx="1"/>
          </p:nvPr>
        </p:nvSpPr>
        <p:spPr>
          <a:xfrm>
            <a:off x="879105" y="4807507"/>
            <a:ext cx="10433787" cy="461665"/>
          </a:xfrm>
        </p:spPr>
        <p:txBody>
          <a:bodyPr wrap="square" lIns="91440" rIns="91440" anchor="ctr" anchorCtr="0">
            <a:spAutoFit/>
          </a:bodyPr>
          <a:lstStyle>
            <a:lvl1pPr marL="0" indent="0" algn="ctr" eaLnBrk="1" hangingPunct="1">
              <a:lnSpc>
                <a:spcPct val="100000"/>
              </a:lnSpc>
              <a:spcBef>
                <a:spcPts val="0"/>
              </a:spcBef>
              <a:buNone/>
              <a:defRPr sz="2400" b="0" i="0" baseline="0">
                <a:solidFill>
                  <a:schemeClr val="bg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eaLnBrk="1" hangingPunct="1">
              <a:defRPr/>
            </a:pPr>
            <a:endParaRPr lang="en-US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D23FA34D-BDD4-174A-8160-A282BFBAA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226" y="1939202"/>
            <a:ext cx="10719547" cy="791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6000" b="1">
                <a:solidFill>
                  <a:schemeClr val="bg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20715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/>
          <p:cNvSpPr>
            <a:spLocks noGrp="1"/>
          </p:cNvSpPr>
          <p:nvPr userDrawn="1">
            <p:ph idx="1"/>
          </p:nvPr>
        </p:nvSpPr>
        <p:spPr>
          <a:xfrm>
            <a:off x="740226" y="1682341"/>
            <a:ext cx="10711543" cy="4620126"/>
          </a:xfrm>
        </p:spPr>
        <p:txBody>
          <a:bodyPr>
            <a:normAutofit/>
          </a:bodyPr>
          <a:lstStyle>
            <a:lvl1pPr>
              <a:buClr>
                <a:schemeClr val="bg1"/>
              </a:buClr>
              <a:defRPr sz="3600" b="0" i="0">
                <a:solidFill>
                  <a:schemeClr val="bg1"/>
                </a:solidFill>
                <a:latin typeface="Garamond" panose="02020404030301010803" pitchFamily="18" charset="0"/>
                <a:cs typeface="Calibri" panose="020F0502020204030204" pitchFamily="34" charset="0"/>
              </a:defRPr>
            </a:lvl1pPr>
            <a:lvl2pPr marL="265176" indent="-137160">
              <a:buClr>
                <a:srgbClr val="FFC000"/>
              </a:buClr>
              <a:buFont typeface="Wingdings" panose="05000000000000000000" pitchFamily="2" charset="2"/>
              <a:buChar char="§"/>
              <a:defRPr sz="3200" b="0" i="0">
                <a:solidFill>
                  <a:schemeClr val="bg1"/>
                </a:solidFill>
                <a:latin typeface="Garamond" panose="02020404030301010803" pitchFamily="18" charset="0"/>
                <a:cs typeface="Calibri" panose="020F0502020204030204" pitchFamily="34" charset="0"/>
              </a:defRPr>
            </a:lvl2pPr>
            <a:lvl3pPr>
              <a:buClr>
                <a:schemeClr val="bg1"/>
              </a:buClr>
              <a:defRPr sz="2400" b="0" i="0">
                <a:solidFill>
                  <a:schemeClr val="bg1"/>
                </a:solidFill>
                <a:latin typeface="Garamond" panose="02020404030301010803" pitchFamily="18" charset="0"/>
                <a:cs typeface="Calibri" panose="020F0502020204030204" pitchFamily="34" charset="0"/>
              </a:defRPr>
            </a:lvl3pPr>
            <a:lvl4pPr>
              <a:buClr>
                <a:schemeClr val="bg1"/>
              </a:buClr>
              <a:defRPr sz="2400" b="0" i="0">
                <a:solidFill>
                  <a:schemeClr val="bg1"/>
                </a:solidFill>
                <a:latin typeface="Garamond" panose="02020404030301010803" pitchFamily="18" charset="0"/>
                <a:cs typeface="Calibri" panose="020F0502020204030204" pitchFamily="34" charset="0"/>
              </a:defRPr>
            </a:lvl4pPr>
            <a:lvl5pPr>
              <a:buClr>
                <a:schemeClr val="bg1"/>
              </a:buClr>
              <a:defRPr sz="2400" b="0" i="0">
                <a:solidFill>
                  <a:schemeClr val="bg1"/>
                </a:solidFill>
                <a:latin typeface="Garamond" panose="02020404030301010803" pitchFamily="18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89AF0968-53FD-AF47-9274-6C79C149C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657" y="555533"/>
            <a:ext cx="11254683" cy="691606"/>
          </a:xfrm>
          <a:prstGeom prst="rect">
            <a:avLst/>
          </a:prstGeom>
          <a:noFill/>
        </p:spPr>
        <p:txBody>
          <a:bodyPr vert="horz" wrap="square" lIns="91440" tIns="45720" rIns="91440" bIns="0" rtlCol="0" anchor="ctr" anchorCtr="0">
            <a:noAutofit/>
          </a:bodyPr>
          <a:lstStyle>
            <a:lvl1pPr algn="ctr">
              <a:defRPr sz="4800" b="1" i="0">
                <a:solidFill>
                  <a:schemeClr val="bg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2257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">
            <a:extLst>
              <a:ext uri="{FF2B5EF4-FFF2-40B4-BE49-F238E27FC236}">
                <a16:creationId xmlns:a16="http://schemas.microsoft.com/office/drawing/2014/main" id="{3641335D-B367-5647-BF31-BB20E761377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90513" y="1450975"/>
            <a:ext cx="11655425" cy="3948113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Garamond" panose="02020404030301010803" pitchFamily="18" charset="0"/>
              </a:defRPr>
            </a:lvl1pPr>
            <a:lvl2pPr marL="413766" indent="-285750">
              <a:buClr>
                <a:schemeClr val="bg1"/>
              </a:buClr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Garamond" panose="02020404030301010803" pitchFamily="18" charset="0"/>
              </a:defRPr>
            </a:lvl2pPr>
            <a:lvl3pPr marL="596646" indent="-285750">
              <a:buClr>
                <a:schemeClr val="bg1"/>
              </a:buClr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Garamond" panose="02020404030301010803" pitchFamily="18" charset="0"/>
              </a:defRPr>
            </a:lvl3pPr>
            <a:lvl4pPr marL="742950" indent="-285750">
              <a:buClr>
                <a:schemeClr val="bg1"/>
              </a:buClr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Garamond" panose="02020404030301010803" pitchFamily="18" charset="0"/>
              </a:defRPr>
            </a:lvl4pPr>
            <a:lvl5pPr marL="925830" indent="-285750">
              <a:buClr>
                <a:schemeClr val="bg1"/>
              </a:buClr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Garamond" panose="02020404030301010803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1D9E37BF-26A5-D44A-9538-4ED5935904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800" y="5646738"/>
            <a:ext cx="11641138" cy="390525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726DE0F-B816-A84C-A905-687992036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132" y="176743"/>
            <a:ext cx="11254683" cy="486287"/>
          </a:xfrm>
          <a:prstGeom prst="rect">
            <a:avLst/>
          </a:prstGeom>
          <a:noFill/>
        </p:spPr>
        <p:txBody>
          <a:bodyPr vert="horz" wrap="square" lIns="91440" tIns="45720" rIns="91440" bIns="0" rtlCol="0" anchor="ctr" anchorCtr="0"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21193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A8246BD9-DE8A-0C46-8C6E-C7FB5639C93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4800" y="1450975"/>
            <a:ext cx="5370058" cy="3948113"/>
          </a:xfrm>
        </p:spPr>
        <p:txBody>
          <a:bodyPr/>
          <a:lstStyle>
            <a:lvl1pPr>
              <a:buClr>
                <a:schemeClr val="bg1"/>
              </a:buClr>
              <a:defRPr b="0" i="0">
                <a:solidFill>
                  <a:schemeClr val="bg1"/>
                </a:solidFill>
                <a:latin typeface="Garamond" panose="02020404030301010803" pitchFamily="18" charset="0"/>
              </a:defRPr>
            </a:lvl1pPr>
            <a:lvl2pPr>
              <a:buClr>
                <a:schemeClr val="bg1"/>
              </a:buClr>
              <a:defRPr b="0" i="0">
                <a:solidFill>
                  <a:schemeClr val="bg1"/>
                </a:solidFill>
                <a:latin typeface="Garamond" panose="02020404030301010803" pitchFamily="18" charset="0"/>
              </a:defRPr>
            </a:lvl2pPr>
            <a:lvl3pPr>
              <a:buClr>
                <a:schemeClr val="bg1"/>
              </a:buClr>
              <a:defRPr b="0" i="0">
                <a:solidFill>
                  <a:schemeClr val="bg1"/>
                </a:solidFill>
                <a:latin typeface="Garamond" panose="02020404030301010803" pitchFamily="18" charset="0"/>
              </a:defRPr>
            </a:lvl3pPr>
            <a:lvl4pPr>
              <a:buClr>
                <a:schemeClr val="bg1"/>
              </a:buClr>
              <a:defRPr b="0" i="0">
                <a:solidFill>
                  <a:schemeClr val="bg1"/>
                </a:solidFill>
                <a:latin typeface="Garamond" panose="02020404030301010803" pitchFamily="18" charset="0"/>
              </a:defRPr>
            </a:lvl4pPr>
            <a:lvl5pPr>
              <a:buClr>
                <a:schemeClr val="bg1"/>
              </a:buClr>
              <a:defRPr b="0" i="0">
                <a:solidFill>
                  <a:schemeClr val="bg1"/>
                </a:solidFill>
                <a:latin typeface="Garamond" panose="02020404030301010803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5D79DE56-F8DE-C34D-8A33-DF90025A03B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800" y="5646738"/>
            <a:ext cx="5355772" cy="390525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4E01D7C-D791-B84C-9945-DF6406778E3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13094" y="1450975"/>
            <a:ext cx="5374105" cy="3948113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1B91EDE-7542-F14E-B4AF-06258FBD53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00800" y="5646738"/>
            <a:ext cx="5457825" cy="390525"/>
          </a:xfrm>
        </p:spPr>
        <p:txBody>
          <a:bodyPr/>
          <a:lstStyle>
            <a:lvl1pPr>
              <a:defRPr b="0" i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8B2BDDCB-3A1C-1D46-8A3A-5B060EF5E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132" y="176743"/>
            <a:ext cx="11254683" cy="486287"/>
          </a:xfrm>
          <a:prstGeom prst="rect">
            <a:avLst/>
          </a:prstGeom>
          <a:noFill/>
        </p:spPr>
        <p:txBody>
          <a:bodyPr vert="horz" wrap="square" lIns="91440" tIns="45720" rIns="91440" bIns="0" rtlCol="0" anchor="ctr" anchorCtr="0"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8043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744A14D7-DF3C-B44D-AC05-D272575656C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2088" y="1450974"/>
            <a:ext cx="5370058" cy="4693151"/>
          </a:xfrm>
        </p:spPr>
        <p:txBody>
          <a:bodyPr/>
          <a:lstStyle>
            <a:lvl1pPr>
              <a:buClr>
                <a:schemeClr val="bg1"/>
              </a:buClr>
              <a:defRPr b="0" i="0">
                <a:solidFill>
                  <a:schemeClr val="bg1"/>
                </a:solidFill>
                <a:latin typeface="Garamond" panose="02020404030301010803" pitchFamily="18" charset="0"/>
              </a:defRPr>
            </a:lvl1pPr>
            <a:lvl2pPr>
              <a:buClr>
                <a:schemeClr val="bg1"/>
              </a:buClr>
              <a:defRPr b="0" i="0">
                <a:solidFill>
                  <a:schemeClr val="bg1"/>
                </a:solidFill>
                <a:latin typeface="Garamond" panose="02020404030301010803" pitchFamily="18" charset="0"/>
              </a:defRPr>
            </a:lvl2pPr>
            <a:lvl3pPr>
              <a:buClr>
                <a:schemeClr val="bg1"/>
              </a:buClr>
              <a:defRPr b="0" i="0">
                <a:solidFill>
                  <a:schemeClr val="bg1"/>
                </a:solidFill>
                <a:latin typeface="Garamond" panose="02020404030301010803" pitchFamily="18" charset="0"/>
              </a:defRPr>
            </a:lvl3pPr>
            <a:lvl4pPr>
              <a:buClr>
                <a:schemeClr val="bg1"/>
              </a:buClr>
              <a:defRPr b="0" i="0">
                <a:solidFill>
                  <a:schemeClr val="bg1"/>
                </a:solidFill>
                <a:latin typeface="Garamond" panose="02020404030301010803" pitchFamily="18" charset="0"/>
              </a:defRPr>
            </a:lvl4pPr>
            <a:lvl5pPr>
              <a:buClr>
                <a:schemeClr val="bg1"/>
              </a:buClr>
              <a:defRPr b="0" i="0">
                <a:solidFill>
                  <a:schemeClr val="bg1"/>
                </a:solidFill>
                <a:latin typeface="Garamond" panose="02020404030301010803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AFFF75E-9438-1448-88E5-B552F615B11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13094" y="1450975"/>
            <a:ext cx="5374105" cy="4693151"/>
          </a:xfrm>
        </p:spPr>
        <p:txBody>
          <a:bodyPr/>
          <a:lstStyle>
            <a:lvl1pPr>
              <a:buClr>
                <a:schemeClr val="bg1"/>
              </a:buClr>
              <a:defRPr b="0" i="0">
                <a:solidFill>
                  <a:schemeClr val="bg1"/>
                </a:solidFill>
                <a:latin typeface="Garamond" panose="02020404030301010803" pitchFamily="18" charset="0"/>
              </a:defRPr>
            </a:lvl1pPr>
            <a:lvl2pPr>
              <a:buClr>
                <a:schemeClr val="bg1"/>
              </a:buClr>
              <a:defRPr b="0" i="0">
                <a:solidFill>
                  <a:schemeClr val="bg1"/>
                </a:solidFill>
                <a:latin typeface="Garamond" panose="02020404030301010803" pitchFamily="18" charset="0"/>
              </a:defRPr>
            </a:lvl2pPr>
            <a:lvl3pPr>
              <a:buClr>
                <a:schemeClr val="bg1"/>
              </a:buClr>
              <a:defRPr b="0" i="0">
                <a:solidFill>
                  <a:schemeClr val="bg1"/>
                </a:solidFill>
                <a:latin typeface="Garamond" panose="02020404030301010803" pitchFamily="18" charset="0"/>
              </a:defRPr>
            </a:lvl3pPr>
            <a:lvl4pPr>
              <a:buClr>
                <a:schemeClr val="bg1"/>
              </a:buClr>
              <a:defRPr b="0" i="0">
                <a:solidFill>
                  <a:schemeClr val="bg1"/>
                </a:solidFill>
                <a:latin typeface="Garamond" panose="02020404030301010803" pitchFamily="18" charset="0"/>
              </a:defRPr>
            </a:lvl4pPr>
            <a:lvl5pPr>
              <a:buClr>
                <a:schemeClr val="bg1"/>
              </a:buClr>
              <a:defRPr b="0" i="0">
                <a:solidFill>
                  <a:schemeClr val="bg1"/>
                </a:solidFill>
                <a:latin typeface="Garamond" panose="02020404030301010803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4264E25-B63A-4A40-B7E2-BC4589A01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132" y="176743"/>
            <a:ext cx="11254683" cy="486287"/>
          </a:xfrm>
          <a:prstGeom prst="rect">
            <a:avLst/>
          </a:prstGeom>
          <a:noFill/>
        </p:spPr>
        <p:txBody>
          <a:bodyPr vert="horz" wrap="square" lIns="91440" tIns="45720" rIns="91440" bIns="0" rtlCol="0" anchor="ctr" anchorCtr="0"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62641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59A03E60-43EB-144A-A8BB-05E3BB34A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132" y="176743"/>
            <a:ext cx="11254683" cy="486287"/>
          </a:xfrm>
          <a:prstGeom prst="rect">
            <a:avLst/>
          </a:prstGeom>
          <a:noFill/>
        </p:spPr>
        <p:txBody>
          <a:bodyPr vert="horz" wrap="square" lIns="91440" tIns="45720" rIns="91440" bIns="0" rtlCol="0" anchor="ctr" anchorCtr="0"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36109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sets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E6E47C9-5A49-944E-85E3-3088C691C916}"/>
              </a:ext>
            </a:extLst>
          </p:cNvPr>
          <p:cNvSpPr txBox="1"/>
          <p:nvPr userDrawn="1"/>
        </p:nvSpPr>
        <p:spPr>
          <a:xfrm>
            <a:off x="1578004" y="2094143"/>
            <a:ext cx="3969519" cy="484748"/>
          </a:xfrm>
          <a:prstGeom prst="rect">
            <a:avLst/>
          </a:prstGeom>
          <a:solidFill>
            <a:schemeClr val="accent2"/>
          </a:solidFill>
          <a:ln w="50800" cap="rnd">
            <a:solidFill>
              <a:schemeClr val="accent2"/>
            </a:solidFill>
          </a:ln>
        </p:spPr>
        <p:txBody>
          <a:bodyPr wrap="square" lIns="91440" tIns="91440" rIns="182880" bIns="182880" rtlCol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r>
              <a:rPr lang="en-US" sz="1350" b="0" i="0" dirty="0">
                <a:ln>
                  <a:noFill/>
                </a:ln>
                <a:solidFill>
                  <a:schemeClr val="tx1"/>
                </a:solidFill>
                <a:latin typeface="Arial Regular"/>
                <a:cs typeface="Calibri" panose="020F0502020204030204" pitchFamily="34" charset="0"/>
              </a:rPr>
              <a:t>Definition: Goes Here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3EFFDE-04B0-9E45-9146-C72CF80E1CA2}"/>
              </a:ext>
            </a:extLst>
          </p:cNvPr>
          <p:cNvSpPr txBox="1"/>
          <p:nvPr userDrawn="1"/>
        </p:nvSpPr>
        <p:spPr>
          <a:xfrm>
            <a:off x="1578004" y="2749875"/>
            <a:ext cx="3969519" cy="607192"/>
          </a:xfrm>
          <a:prstGeom prst="rect">
            <a:avLst/>
          </a:prstGeom>
          <a:solidFill>
            <a:schemeClr val="bg1"/>
          </a:solidFill>
          <a:ln w="25400" cap="rnd">
            <a:solidFill>
              <a:schemeClr val="tx2"/>
            </a:solidFill>
          </a:ln>
        </p:spPr>
        <p:txBody>
          <a:bodyPr wrap="square" lIns="91440" tIns="91440" rIns="182880" bIns="182880" rtlCol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/>
            <a:endParaRPr lang="en-US" sz="1100" dirty="0">
              <a:ln>
                <a:noFill/>
              </a:ln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899962-2407-1A44-8C6F-B1F3D3AAC2C4}"/>
              </a:ext>
            </a:extLst>
          </p:cNvPr>
          <p:cNvSpPr txBox="1"/>
          <p:nvPr userDrawn="1"/>
        </p:nvSpPr>
        <p:spPr>
          <a:xfrm>
            <a:off x="1578003" y="3528051"/>
            <a:ext cx="3969519" cy="607192"/>
          </a:xfrm>
          <a:prstGeom prst="rect">
            <a:avLst/>
          </a:prstGeom>
          <a:solidFill>
            <a:schemeClr val="bg1"/>
          </a:solidFill>
          <a:ln w="25400" cap="rnd">
            <a:solidFill>
              <a:schemeClr val="accent4"/>
            </a:solidFill>
          </a:ln>
        </p:spPr>
        <p:txBody>
          <a:bodyPr wrap="square" lIns="91440" tIns="91440" rIns="182880" bIns="182880" rtlCol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/>
            <a:endParaRPr lang="en-US" sz="1100" dirty="0">
              <a:ln>
                <a:noFill/>
              </a:ln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24E185-87EB-2845-9488-8FAF6DE3DDD7}"/>
              </a:ext>
            </a:extLst>
          </p:cNvPr>
          <p:cNvSpPr txBox="1"/>
          <p:nvPr userDrawn="1"/>
        </p:nvSpPr>
        <p:spPr>
          <a:xfrm>
            <a:off x="1578003" y="4302264"/>
            <a:ext cx="3969519" cy="607192"/>
          </a:xfrm>
          <a:prstGeom prst="rect">
            <a:avLst/>
          </a:prstGeom>
          <a:solidFill>
            <a:schemeClr val="bg1"/>
          </a:solidFill>
          <a:ln w="25400" cap="rnd">
            <a:solidFill>
              <a:schemeClr val="accent6"/>
            </a:solidFill>
          </a:ln>
        </p:spPr>
        <p:txBody>
          <a:bodyPr wrap="square" lIns="91440" tIns="91440" rIns="182880" bIns="182880" rtlCol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/>
            <a:endParaRPr lang="en-US" sz="1100" dirty="0">
              <a:ln>
                <a:noFill/>
              </a:ln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1D9401-9B2F-F247-B5C3-FF5407999BC1}"/>
              </a:ext>
            </a:extLst>
          </p:cNvPr>
          <p:cNvSpPr txBox="1"/>
          <p:nvPr userDrawn="1"/>
        </p:nvSpPr>
        <p:spPr>
          <a:xfrm>
            <a:off x="1578003" y="5084403"/>
            <a:ext cx="3969519" cy="577081"/>
          </a:xfrm>
          <a:prstGeom prst="rect">
            <a:avLst/>
          </a:prstGeom>
          <a:solidFill>
            <a:schemeClr val="accent1"/>
          </a:solidFill>
          <a:ln w="25400" cap="rnd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182880" rIns="91440" bIns="182880" rtlCol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l"/>
            <a:r>
              <a:rPr lang="en-US" sz="1350" b="0" i="0" dirty="0">
                <a:solidFill>
                  <a:schemeClr val="bg1"/>
                </a:solidFill>
                <a:effectLst>
                  <a:outerShdw blurRad="50800" dist="50800" dir="2940000" sx="10000" sy="10000" algn="ctr" rotWithShape="0">
                    <a:srgbClr val="000000"/>
                  </a:outerShdw>
                </a:effectLst>
                <a:latin typeface="Arial Regular"/>
                <a:cs typeface="Calibri" panose="020F0502020204030204" pitchFamily="34" charset="0"/>
              </a:rPr>
              <a:t>On screen instructions go here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D122E4-A8B1-5743-BED1-4F1F1A2D73F6}"/>
              </a:ext>
            </a:extLst>
          </p:cNvPr>
          <p:cNvSpPr txBox="1"/>
          <p:nvPr userDrawn="1"/>
        </p:nvSpPr>
        <p:spPr>
          <a:xfrm>
            <a:off x="6681592" y="3267424"/>
            <a:ext cx="3176197" cy="784830"/>
          </a:xfrm>
          <a:prstGeom prst="rect">
            <a:avLst/>
          </a:prstGeom>
          <a:solidFill>
            <a:schemeClr val="accent3"/>
          </a:solidFill>
          <a:ln w="0" cap="rnd">
            <a:noFill/>
          </a:ln>
        </p:spPr>
        <p:txBody>
          <a:bodyPr wrap="square" lIns="91440" tIns="182880" rIns="182880" bIns="182880" rtlCol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lvl="0"/>
            <a:r>
              <a:rPr lang="en-US" sz="1350" b="1" i="0" dirty="0">
                <a:solidFill>
                  <a:schemeClr val="tx1"/>
                </a:solidFill>
                <a:latin typeface="Arial Regular"/>
                <a:cs typeface="Calibri" panose="020F0502020204030204" pitchFamily="34" charset="0"/>
              </a:rPr>
              <a:t>Use for quotes or small pieces of content that aren’t voiced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D4BEC1-9524-5346-82C4-2A69874C6E7B}"/>
              </a:ext>
            </a:extLst>
          </p:cNvPr>
          <p:cNvSpPr txBox="1"/>
          <p:nvPr userDrawn="1"/>
        </p:nvSpPr>
        <p:spPr>
          <a:xfrm>
            <a:off x="6681592" y="2163339"/>
            <a:ext cx="3176197" cy="577081"/>
          </a:xfrm>
          <a:prstGeom prst="rect">
            <a:avLst/>
          </a:prstGeom>
          <a:solidFill>
            <a:schemeClr val="accent2"/>
          </a:solidFill>
          <a:ln w="50800" cap="rnd">
            <a:noFill/>
          </a:ln>
        </p:spPr>
        <p:txBody>
          <a:bodyPr wrap="square" lIns="91440" tIns="182880" rIns="182880" bIns="182880" rtlCol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/>
            <a:r>
              <a:rPr lang="en-US" sz="1350" b="0" i="0" dirty="0">
                <a:ln>
                  <a:noFill/>
                </a:ln>
                <a:solidFill>
                  <a:schemeClr val="tx1"/>
                </a:solidFill>
                <a:latin typeface="Arial Regular"/>
                <a:cs typeface="Calibri" panose="020F0502020204030204" pitchFamily="34" charset="0"/>
              </a:rPr>
              <a:t>This is a heading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5D3A75B-D521-A643-B615-B147965DCEDE}"/>
              </a:ext>
            </a:extLst>
          </p:cNvPr>
          <p:cNvGrpSpPr/>
          <p:nvPr userDrawn="1"/>
        </p:nvGrpSpPr>
        <p:grpSpPr>
          <a:xfrm>
            <a:off x="7031801" y="4503820"/>
            <a:ext cx="2475776" cy="1161165"/>
            <a:chOff x="5183671" y="5332804"/>
            <a:chExt cx="2426204" cy="113791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04EC197-005A-D54F-99CA-2EA1BB5DC952}"/>
                </a:ext>
              </a:extLst>
            </p:cNvPr>
            <p:cNvGrpSpPr/>
            <p:nvPr userDrawn="1"/>
          </p:nvGrpSpPr>
          <p:grpSpPr>
            <a:xfrm>
              <a:off x="5183671" y="5332804"/>
              <a:ext cx="2426204" cy="1137915"/>
              <a:chOff x="307826" y="2082546"/>
              <a:chExt cx="2426204" cy="1137915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C8A9818-F1BD-CD42-95FA-B6841EB183CD}"/>
                  </a:ext>
                </a:extLst>
              </p:cNvPr>
              <p:cNvSpPr/>
              <p:nvPr userDrawn="1"/>
            </p:nvSpPr>
            <p:spPr>
              <a:xfrm>
                <a:off x="307826" y="2082546"/>
                <a:ext cx="2426204" cy="873548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lIns="685800" rtlCol="0" anchor="ctr" anchorCtr="0"/>
              <a:lstStyle/>
              <a:p>
                <a:pPr lvl="0"/>
                <a:r>
                  <a:rPr lang="en-US" sz="1350" b="0" i="0" dirty="0">
                    <a:solidFill>
                      <a:schemeClr val="bg1"/>
                    </a:solidFill>
                    <a:latin typeface="Arial Regular"/>
                    <a:cs typeface="Calibri" panose="020F0502020204030204" pitchFamily="34" charset="0"/>
                  </a:rPr>
                  <a:t>Use for quotes or small pieces of content that aren’t voiced</a:t>
                </a:r>
              </a:p>
            </p:txBody>
          </p:sp>
          <p:sp>
            <p:nvSpPr>
              <p:cNvPr id="17" name="Isosceles Triangle 14">
                <a:extLst>
                  <a:ext uri="{FF2B5EF4-FFF2-40B4-BE49-F238E27FC236}">
                    <a16:creationId xmlns:a16="http://schemas.microsoft.com/office/drawing/2014/main" id="{2EEDE3CC-EB9A-E649-A573-6D3DAED0D14D}"/>
                  </a:ext>
                </a:extLst>
              </p:cNvPr>
              <p:cNvSpPr/>
              <p:nvPr userDrawn="1"/>
            </p:nvSpPr>
            <p:spPr>
              <a:xfrm rot="10800000">
                <a:off x="1231846" y="2940218"/>
                <a:ext cx="578163" cy="280243"/>
              </a:xfrm>
              <a:prstGeom prst="triangl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</p:grp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8E7C7C6-5E82-FB4F-A137-2A74B763F73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50000"/>
                      </a14:imgEffect>
                      <a14:imgEffect>
                        <a14:saturation sat="0"/>
                      </a14:imgEffect>
                      <a14:imgEffect>
                        <a14:brightnessContrast bright="-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78432" y="5526446"/>
              <a:ext cx="514350" cy="514350"/>
            </a:xfrm>
            <a:prstGeom prst="rect">
              <a:avLst/>
            </a:prstGeom>
          </p:spPr>
        </p:pic>
      </p:grpSp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6CCFE323-5CF3-CD44-9068-6C5EDE133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132" y="176743"/>
            <a:ext cx="11254683" cy="486287"/>
          </a:xfrm>
          <a:prstGeom prst="rect">
            <a:avLst/>
          </a:prstGeom>
          <a:noFill/>
        </p:spPr>
        <p:txBody>
          <a:bodyPr vert="horz" wrap="square" lIns="91440" tIns="45720" rIns="91440" bIns="0" rtlCol="0" anchor="ctr" anchorCtr="0">
            <a:normAutofit/>
          </a:bodyPr>
          <a:lstStyle>
            <a:lvl1pPr>
              <a:defRPr sz="3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1103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sets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A8E9ED7-F0FA-F642-8F00-D6B54CC174AA}"/>
              </a:ext>
            </a:extLst>
          </p:cNvPr>
          <p:cNvGrpSpPr/>
          <p:nvPr userDrawn="1"/>
        </p:nvGrpSpPr>
        <p:grpSpPr>
          <a:xfrm>
            <a:off x="2562637" y="2307229"/>
            <a:ext cx="1743348" cy="419499"/>
            <a:chOff x="-4431847" y="-1221721"/>
            <a:chExt cx="2863333" cy="60468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B0F125C-2DC4-964C-B197-E546D1E29749}"/>
                </a:ext>
              </a:extLst>
            </p:cNvPr>
            <p:cNvSpPr/>
            <p:nvPr userDrawn="1"/>
          </p:nvSpPr>
          <p:spPr>
            <a:xfrm>
              <a:off x="-4431847" y="-1221721"/>
              <a:ext cx="2863333" cy="406595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lIns="91440" rtlCol="0" anchor="ctr" anchorCtr="0">
              <a:normAutofit fontScale="85000" lnSpcReduction="10000"/>
            </a:bodyPr>
            <a:lstStyle/>
            <a:p>
              <a:pPr lvl="0" algn="ctr"/>
              <a:r>
                <a:rPr lang="en-US" sz="1400" b="0" i="0" dirty="0">
                  <a:solidFill>
                    <a:schemeClr val="tx1"/>
                  </a:solidFill>
                  <a:latin typeface="Arial Regular"/>
                  <a:cs typeface="Calibri" panose="020F0502020204030204" pitchFamily="34" charset="0"/>
                </a:rPr>
                <a:t>This is a small callout</a:t>
              </a:r>
            </a:p>
          </p:txBody>
        </p:sp>
        <p:sp>
          <p:nvSpPr>
            <p:cNvPr id="7" name="Isosceles Triangle 43">
              <a:extLst>
                <a:ext uri="{FF2B5EF4-FFF2-40B4-BE49-F238E27FC236}">
                  <a16:creationId xmlns:a16="http://schemas.microsoft.com/office/drawing/2014/main" id="{18F95660-D34A-D744-A2C1-828007344F92}"/>
                </a:ext>
              </a:extLst>
            </p:cNvPr>
            <p:cNvSpPr/>
            <p:nvPr userDrawn="1"/>
          </p:nvSpPr>
          <p:spPr>
            <a:xfrm rot="10800000">
              <a:off x="-3231561" y="-841349"/>
              <a:ext cx="462762" cy="224308"/>
            </a:xfrm>
            <a:prstGeom prst="triangl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6DCAFB6-EDE0-A643-BCB3-71215AE54119}"/>
              </a:ext>
            </a:extLst>
          </p:cNvPr>
          <p:cNvGrpSpPr/>
          <p:nvPr userDrawn="1"/>
        </p:nvGrpSpPr>
        <p:grpSpPr>
          <a:xfrm>
            <a:off x="1348181" y="3251074"/>
            <a:ext cx="3890505" cy="600303"/>
            <a:chOff x="2454629" y="3422610"/>
            <a:chExt cx="2975888" cy="459178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B95AE209-AB1E-A441-8865-24D7F7CA2C32}"/>
                </a:ext>
              </a:extLst>
            </p:cNvPr>
            <p:cNvSpPr/>
            <p:nvPr/>
          </p:nvSpPr>
          <p:spPr>
            <a:xfrm>
              <a:off x="2454629" y="3423485"/>
              <a:ext cx="1145759" cy="458303"/>
            </a:xfrm>
            <a:custGeom>
              <a:avLst/>
              <a:gdLst>
                <a:gd name="connsiteX0" fmla="*/ 0 w 1145759"/>
                <a:gd name="connsiteY0" fmla="*/ 0 h 458303"/>
                <a:gd name="connsiteX1" fmla="*/ 916608 w 1145759"/>
                <a:gd name="connsiteY1" fmla="*/ 0 h 458303"/>
                <a:gd name="connsiteX2" fmla="*/ 1145759 w 1145759"/>
                <a:gd name="connsiteY2" fmla="*/ 229152 h 458303"/>
                <a:gd name="connsiteX3" fmla="*/ 916608 w 1145759"/>
                <a:gd name="connsiteY3" fmla="*/ 458303 h 458303"/>
                <a:gd name="connsiteX4" fmla="*/ 0 w 1145759"/>
                <a:gd name="connsiteY4" fmla="*/ 458303 h 458303"/>
                <a:gd name="connsiteX5" fmla="*/ 0 w 1145759"/>
                <a:gd name="connsiteY5" fmla="*/ 0 h 458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5759" h="458303">
                  <a:moveTo>
                    <a:pt x="0" y="0"/>
                  </a:moveTo>
                  <a:lnTo>
                    <a:pt x="916608" y="0"/>
                  </a:lnTo>
                  <a:lnTo>
                    <a:pt x="1145759" y="229152"/>
                  </a:lnTo>
                  <a:lnTo>
                    <a:pt x="916608" y="458303"/>
                  </a:lnTo>
                  <a:lnTo>
                    <a:pt x="0" y="4583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shade val="8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4676" tIns="37338" rIns="133245" bIns="37338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i="0" kern="1200" dirty="0">
                  <a:solidFill>
                    <a:schemeClr val="bg1"/>
                  </a:solidFill>
                  <a:latin typeface="Arial Regular"/>
                  <a:cs typeface="Calibri" panose="020F0502020204030204" pitchFamily="34" charset="0"/>
                </a:rPr>
                <a:t>Item 1</a:t>
              </a: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D33815E7-24F2-D743-9025-53CFCB4C8E52}"/>
                </a:ext>
              </a:extLst>
            </p:cNvPr>
            <p:cNvSpPr/>
            <p:nvPr/>
          </p:nvSpPr>
          <p:spPr>
            <a:xfrm>
              <a:off x="3372333" y="3422610"/>
              <a:ext cx="1145759" cy="458303"/>
            </a:xfrm>
            <a:custGeom>
              <a:avLst/>
              <a:gdLst>
                <a:gd name="connsiteX0" fmla="*/ 0 w 1145759"/>
                <a:gd name="connsiteY0" fmla="*/ 0 h 458303"/>
                <a:gd name="connsiteX1" fmla="*/ 916608 w 1145759"/>
                <a:gd name="connsiteY1" fmla="*/ 0 h 458303"/>
                <a:gd name="connsiteX2" fmla="*/ 1145759 w 1145759"/>
                <a:gd name="connsiteY2" fmla="*/ 229152 h 458303"/>
                <a:gd name="connsiteX3" fmla="*/ 916608 w 1145759"/>
                <a:gd name="connsiteY3" fmla="*/ 458303 h 458303"/>
                <a:gd name="connsiteX4" fmla="*/ 0 w 1145759"/>
                <a:gd name="connsiteY4" fmla="*/ 458303 h 458303"/>
                <a:gd name="connsiteX5" fmla="*/ 229152 w 1145759"/>
                <a:gd name="connsiteY5" fmla="*/ 229152 h 458303"/>
                <a:gd name="connsiteX6" fmla="*/ 0 w 1145759"/>
                <a:gd name="connsiteY6" fmla="*/ 0 h 458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5759" h="458303">
                  <a:moveTo>
                    <a:pt x="0" y="0"/>
                  </a:moveTo>
                  <a:lnTo>
                    <a:pt x="916608" y="0"/>
                  </a:lnTo>
                  <a:lnTo>
                    <a:pt x="1145759" y="229152"/>
                  </a:lnTo>
                  <a:lnTo>
                    <a:pt x="916608" y="458303"/>
                  </a:lnTo>
                  <a:lnTo>
                    <a:pt x="0" y="458303"/>
                  </a:lnTo>
                  <a:lnTo>
                    <a:pt x="229152" y="229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solidFill>
                <a:schemeClr val="tx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shade val="80000"/>
                <a:hueOff val="0"/>
                <a:satOff val="0"/>
                <a:lumOff val="2133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85159" tIns="37338" rIns="247820" bIns="37338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i="0" kern="1200" dirty="0">
                  <a:solidFill>
                    <a:schemeClr val="bg1"/>
                  </a:solidFill>
                  <a:latin typeface="Arial Regular"/>
                  <a:cs typeface="Calibri" panose="020F0502020204030204" pitchFamily="34" charset="0"/>
                </a:rPr>
                <a:t>Item 2</a:t>
              </a: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90E29F73-8932-464D-B99D-9850A96D8D02}"/>
                </a:ext>
              </a:extLst>
            </p:cNvPr>
            <p:cNvSpPr/>
            <p:nvPr/>
          </p:nvSpPr>
          <p:spPr>
            <a:xfrm>
              <a:off x="4284758" y="3422743"/>
              <a:ext cx="1145759" cy="458303"/>
            </a:xfrm>
            <a:custGeom>
              <a:avLst/>
              <a:gdLst>
                <a:gd name="connsiteX0" fmla="*/ 0 w 1145759"/>
                <a:gd name="connsiteY0" fmla="*/ 0 h 458303"/>
                <a:gd name="connsiteX1" fmla="*/ 916608 w 1145759"/>
                <a:gd name="connsiteY1" fmla="*/ 0 h 458303"/>
                <a:gd name="connsiteX2" fmla="*/ 1145759 w 1145759"/>
                <a:gd name="connsiteY2" fmla="*/ 229152 h 458303"/>
                <a:gd name="connsiteX3" fmla="*/ 916608 w 1145759"/>
                <a:gd name="connsiteY3" fmla="*/ 458303 h 458303"/>
                <a:gd name="connsiteX4" fmla="*/ 0 w 1145759"/>
                <a:gd name="connsiteY4" fmla="*/ 458303 h 458303"/>
                <a:gd name="connsiteX5" fmla="*/ 229152 w 1145759"/>
                <a:gd name="connsiteY5" fmla="*/ 229152 h 458303"/>
                <a:gd name="connsiteX6" fmla="*/ 0 w 1145759"/>
                <a:gd name="connsiteY6" fmla="*/ 0 h 458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5759" h="458303">
                  <a:moveTo>
                    <a:pt x="0" y="0"/>
                  </a:moveTo>
                  <a:lnTo>
                    <a:pt x="916608" y="0"/>
                  </a:lnTo>
                  <a:lnTo>
                    <a:pt x="1145759" y="229152"/>
                  </a:lnTo>
                  <a:lnTo>
                    <a:pt x="916608" y="458303"/>
                  </a:lnTo>
                  <a:lnTo>
                    <a:pt x="0" y="458303"/>
                  </a:lnTo>
                  <a:lnTo>
                    <a:pt x="229152" y="229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shade val="80000"/>
                <a:hueOff val="0"/>
                <a:satOff val="0"/>
                <a:lumOff val="42659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85159" tIns="37338" rIns="247820" bIns="37338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i="0" kern="1200" dirty="0">
                  <a:solidFill>
                    <a:schemeClr val="bg1"/>
                  </a:solidFill>
                  <a:latin typeface="Arial Regular"/>
                  <a:cs typeface="Calibri" panose="020F0502020204030204" pitchFamily="34" charset="0"/>
                </a:rPr>
                <a:t>Item 3</a:t>
              </a:r>
            </a:p>
          </p:txBody>
        </p:sp>
      </p:grp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B27C84D-3D38-0E46-9EB9-8141C0C379B4}"/>
              </a:ext>
            </a:extLst>
          </p:cNvPr>
          <p:cNvSpPr/>
          <p:nvPr userDrawn="1"/>
        </p:nvSpPr>
        <p:spPr>
          <a:xfrm>
            <a:off x="2165537" y="4168673"/>
            <a:ext cx="2760374" cy="50312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ounded Rectangle 54">
            <a:extLst>
              <a:ext uri="{FF2B5EF4-FFF2-40B4-BE49-F238E27FC236}">
                <a16:creationId xmlns:a16="http://schemas.microsoft.com/office/drawing/2014/main" id="{FFA17075-D6A4-964B-ABA9-C4DB836F29C3}"/>
              </a:ext>
            </a:extLst>
          </p:cNvPr>
          <p:cNvSpPr/>
          <p:nvPr userDrawn="1"/>
        </p:nvSpPr>
        <p:spPr>
          <a:xfrm>
            <a:off x="2165537" y="4814961"/>
            <a:ext cx="2760374" cy="50312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ounded Rectangle 57">
            <a:extLst>
              <a:ext uri="{FF2B5EF4-FFF2-40B4-BE49-F238E27FC236}">
                <a16:creationId xmlns:a16="http://schemas.microsoft.com/office/drawing/2014/main" id="{5FD523A1-1557-8B42-A06B-2FB0DA90B9F2}"/>
              </a:ext>
            </a:extLst>
          </p:cNvPr>
          <p:cNvSpPr/>
          <p:nvPr userDrawn="1"/>
        </p:nvSpPr>
        <p:spPr>
          <a:xfrm>
            <a:off x="2165537" y="5461249"/>
            <a:ext cx="2760374" cy="5031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8CDD075-B382-C647-8E43-3640EF1FF0C8}"/>
              </a:ext>
            </a:extLst>
          </p:cNvPr>
          <p:cNvGrpSpPr/>
          <p:nvPr userDrawn="1"/>
        </p:nvGrpSpPr>
        <p:grpSpPr>
          <a:xfrm>
            <a:off x="5722457" y="2252255"/>
            <a:ext cx="449131" cy="449129"/>
            <a:chOff x="5722457" y="2252255"/>
            <a:chExt cx="449131" cy="449129"/>
          </a:xfrm>
        </p:grpSpPr>
        <p:sp>
          <p:nvSpPr>
            <p:cNvPr id="17" name="Diamond 16">
              <a:extLst>
                <a:ext uri="{FF2B5EF4-FFF2-40B4-BE49-F238E27FC236}">
                  <a16:creationId xmlns:a16="http://schemas.microsoft.com/office/drawing/2014/main" id="{2B530C46-01A2-FF4E-BDFE-610CEC7EF7CC}"/>
                </a:ext>
              </a:extLst>
            </p:cNvPr>
            <p:cNvSpPr/>
            <p:nvPr/>
          </p:nvSpPr>
          <p:spPr>
            <a:xfrm>
              <a:off x="5722457" y="2252255"/>
              <a:ext cx="449131" cy="449129"/>
            </a:xfrm>
            <a:prstGeom prst="diamond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11C196D-F29F-CF46-BDA6-2220613501E1}"/>
                </a:ext>
              </a:extLst>
            </p:cNvPr>
            <p:cNvSpPr txBox="1"/>
            <p:nvPr/>
          </p:nvSpPr>
          <p:spPr>
            <a:xfrm>
              <a:off x="5753191" y="2296371"/>
              <a:ext cx="387665" cy="400108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0" i="0" dirty="0">
                  <a:solidFill>
                    <a:schemeClr val="bg1"/>
                  </a:solidFill>
                  <a:latin typeface="Arial Regular"/>
                  <a:cs typeface="Calibri" panose="020F0502020204030204" pitchFamily="34" charset="0"/>
                </a:rPr>
                <a:t>!</a:t>
              </a:r>
            </a:p>
          </p:txBody>
        </p:sp>
      </p:grpSp>
      <p:sp>
        <p:nvSpPr>
          <p:cNvPr id="19" name="Oval 18">
            <a:extLst>
              <a:ext uri="{FF2B5EF4-FFF2-40B4-BE49-F238E27FC236}">
                <a16:creationId xmlns:a16="http://schemas.microsoft.com/office/drawing/2014/main" id="{22198509-2684-1C4E-BB1B-F940A0106A88}"/>
              </a:ext>
            </a:extLst>
          </p:cNvPr>
          <p:cNvSpPr/>
          <p:nvPr userDrawn="1"/>
        </p:nvSpPr>
        <p:spPr>
          <a:xfrm>
            <a:off x="6571201" y="2258263"/>
            <a:ext cx="448730" cy="45631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C6A31D7-7EF7-7448-947A-B3901A50C4F8}"/>
              </a:ext>
            </a:extLst>
          </p:cNvPr>
          <p:cNvSpPr/>
          <p:nvPr userDrawn="1"/>
        </p:nvSpPr>
        <p:spPr>
          <a:xfrm>
            <a:off x="5820618" y="3361575"/>
            <a:ext cx="1697488" cy="379302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4290" rIns="34290" rtlCol="0" anchor="ctr"/>
          <a:lstStyle/>
          <a:p>
            <a:pPr algn="ctr"/>
            <a:r>
              <a:rPr lang="en-US" sz="1600" b="0" i="0" dirty="0">
                <a:solidFill>
                  <a:schemeClr val="tx1"/>
                </a:solidFill>
                <a:latin typeface="Arial Regular"/>
                <a:cs typeface="Calibri" panose="020F0502020204030204" pitchFamily="34" charset="0"/>
              </a:rPr>
              <a:t>This is a tag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BED0510-1A82-4D48-947D-5B627669974C}"/>
              </a:ext>
            </a:extLst>
          </p:cNvPr>
          <p:cNvSpPr/>
          <p:nvPr userDrawn="1"/>
        </p:nvSpPr>
        <p:spPr>
          <a:xfrm>
            <a:off x="5141425" y="4168673"/>
            <a:ext cx="2760374" cy="5031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13DE83D-07E7-3346-804F-31FF575A1333}"/>
              </a:ext>
            </a:extLst>
          </p:cNvPr>
          <p:cNvSpPr/>
          <p:nvPr userDrawn="1"/>
        </p:nvSpPr>
        <p:spPr>
          <a:xfrm>
            <a:off x="5131633" y="4814961"/>
            <a:ext cx="2760374" cy="50312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BEA7BB0-3A44-5244-B830-EFCBABB12989}"/>
              </a:ext>
            </a:extLst>
          </p:cNvPr>
          <p:cNvSpPr/>
          <p:nvPr userDrawn="1"/>
        </p:nvSpPr>
        <p:spPr>
          <a:xfrm>
            <a:off x="5131633" y="5457859"/>
            <a:ext cx="2760374" cy="50312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1BF392B-AB24-9945-B388-99C4DE4CDFD4}"/>
              </a:ext>
            </a:extLst>
          </p:cNvPr>
          <p:cNvCxnSpPr/>
          <p:nvPr userDrawn="1"/>
        </p:nvCxnSpPr>
        <p:spPr>
          <a:xfrm>
            <a:off x="7714244" y="2170174"/>
            <a:ext cx="2495213" cy="0"/>
          </a:xfrm>
          <a:prstGeom prst="straightConnector1">
            <a:avLst/>
          </a:prstGeom>
          <a:ln w="857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9C7F4C6-06A4-2A42-A784-F347C5FE7E56}"/>
              </a:ext>
            </a:extLst>
          </p:cNvPr>
          <p:cNvCxnSpPr/>
          <p:nvPr userDrawn="1"/>
        </p:nvCxnSpPr>
        <p:spPr>
          <a:xfrm>
            <a:off x="7714244" y="2700953"/>
            <a:ext cx="2495213" cy="0"/>
          </a:xfrm>
          <a:prstGeom prst="straightConnector1">
            <a:avLst/>
          </a:prstGeom>
          <a:ln w="857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4995F855-A852-434F-B2E5-967552391156}"/>
              </a:ext>
            </a:extLst>
          </p:cNvPr>
          <p:cNvSpPr/>
          <p:nvPr userDrawn="1"/>
        </p:nvSpPr>
        <p:spPr>
          <a:xfrm>
            <a:off x="8281953" y="3363765"/>
            <a:ext cx="1697488" cy="37930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4290" rIns="34290" rtlCol="0" anchor="ctr"/>
          <a:lstStyle/>
          <a:p>
            <a:pPr algn="ctr"/>
            <a:r>
              <a:rPr lang="en-US" sz="1600" b="0" i="0" dirty="0">
                <a:solidFill>
                  <a:schemeClr val="tx1"/>
                </a:solidFill>
                <a:latin typeface="Arial Regular"/>
                <a:cs typeface="Calibri" panose="020F0502020204030204" pitchFamily="34" charset="0"/>
              </a:rPr>
              <a:t>This is a tag 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4A399AE-12D9-C946-BFDD-900DAB7ED786}"/>
              </a:ext>
            </a:extLst>
          </p:cNvPr>
          <p:cNvSpPr txBox="1">
            <a:spLocks/>
          </p:cNvSpPr>
          <p:nvPr userDrawn="1"/>
        </p:nvSpPr>
        <p:spPr>
          <a:xfrm>
            <a:off x="8281953" y="4110328"/>
            <a:ext cx="1927504" cy="180266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ts val="1200"/>
              </a:spcBef>
              <a:spcAft>
                <a:spcPts val="1200"/>
              </a:spcAft>
              <a:buFont typeface="Arial" pitchFamily="34" charset="0"/>
              <a:buNone/>
              <a:defRPr sz="1400" b="0" kern="1200" baseline="0">
                <a:solidFill>
                  <a:schemeClr val="tx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  <a:lvl2pPr marL="285750" indent="-285750" algn="l" defTabSz="914400" rtl="0" eaLnBrk="1" latinLnBrk="0" hangingPunct="1">
              <a:spcBef>
                <a:spcPts val="1200"/>
              </a:spcBef>
              <a:spcAft>
                <a:spcPts val="1200"/>
              </a:spcAft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0" i="0" dirty="0">
                <a:solidFill>
                  <a:schemeClr val="bg1"/>
                </a:solidFill>
                <a:latin typeface="Arial Regular"/>
                <a:cs typeface="Calibri" panose="020F0502020204030204" pitchFamily="34" charset="0"/>
              </a:rPr>
              <a:t>Use this type of shapes, colors (w/guidance from color palette) and effect to build diagrams, unless content requires something different. </a:t>
            </a:r>
          </a:p>
        </p:txBody>
      </p:sp>
      <p:sp>
        <p:nvSpPr>
          <p:cNvPr id="29" name="Title Placeholder 1">
            <a:extLst>
              <a:ext uri="{FF2B5EF4-FFF2-40B4-BE49-F238E27FC236}">
                <a16:creationId xmlns:a16="http://schemas.microsoft.com/office/drawing/2014/main" id="{942998D4-972F-BD4A-A662-73DE9F9F1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132" y="176743"/>
            <a:ext cx="11254683" cy="486287"/>
          </a:xfrm>
          <a:prstGeom prst="rect">
            <a:avLst/>
          </a:prstGeom>
          <a:noFill/>
        </p:spPr>
        <p:txBody>
          <a:bodyPr vert="horz" wrap="square" lIns="91440" tIns="45720" rIns="91440" bIns="0" rtlCol="0" anchor="ctr" anchorCtr="0">
            <a:normAutofit/>
          </a:bodyPr>
          <a:lstStyle>
            <a:lvl1pPr>
              <a:defRPr sz="3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40979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sets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9ECC5B56-0276-844E-A797-3D139825B471}"/>
              </a:ext>
            </a:extLst>
          </p:cNvPr>
          <p:cNvGrpSpPr/>
          <p:nvPr userDrawn="1"/>
        </p:nvGrpSpPr>
        <p:grpSpPr>
          <a:xfrm>
            <a:off x="632557" y="5172106"/>
            <a:ext cx="2661031" cy="1231106"/>
            <a:chOff x="1363018" y="3215881"/>
            <a:chExt cx="2661031" cy="1231106"/>
          </a:xfrm>
        </p:grpSpPr>
        <p:sp>
          <p:nvSpPr>
            <p:cNvPr id="29" name="Triangle 28">
              <a:extLst>
                <a:ext uri="{FF2B5EF4-FFF2-40B4-BE49-F238E27FC236}">
                  <a16:creationId xmlns:a16="http://schemas.microsoft.com/office/drawing/2014/main" id="{A8FDE633-2955-CA4F-9716-05B5BCCBB529}"/>
                </a:ext>
              </a:extLst>
            </p:cNvPr>
            <p:cNvSpPr/>
            <p:nvPr userDrawn="1"/>
          </p:nvSpPr>
          <p:spPr>
            <a:xfrm rot="5400000">
              <a:off x="3675062" y="3713345"/>
              <a:ext cx="449084" cy="248890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C74D464-E6A4-CD4C-BA8C-EE764E72B153}"/>
                </a:ext>
              </a:extLst>
            </p:cNvPr>
            <p:cNvSpPr txBox="1"/>
            <p:nvPr userDrawn="1"/>
          </p:nvSpPr>
          <p:spPr>
            <a:xfrm>
              <a:off x="1363018" y="3215881"/>
              <a:ext cx="2476308" cy="1231106"/>
            </a:xfrm>
            <a:prstGeom prst="rect">
              <a:avLst/>
            </a:prstGeom>
            <a:solidFill>
              <a:schemeClr val="accent4"/>
            </a:solidFill>
          </p:spPr>
          <p:txBody>
            <a:bodyPr wrap="square" lIns="182880" tIns="182880" rIns="182880" bIns="18288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dirty="0">
                  <a:solidFill>
                    <a:schemeClr val="bg1"/>
                  </a:solidFill>
                </a:rPr>
                <a:t>Use for definitions, call outs, factoids, on-screen instructions, etc. Box will be reshaped to fit text. 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4A04904-FA46-3746-B30B-0129819A05C7}"/>
              </a:ext>
            </a:extLst>
          </p:cNvPr>
          <p:cNvGrpSpPr/>
          <p:nvPr userDrawn="1"/>
        </p:nvGrpSpPr>
        <p:grpSpPr>
          <a:xfrm>
            <a:off x="3781144" y="4768502"/>
            <a:ext cx="3977759" cy="1787824"/>
            <a:chOff x="6454503" y="4163500"/>
            <a:chExt cx="3977759" cy="1787824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1C11CDB-7BE5-B24B-A4A2-4846D38AC2AC}"/>
                </a:ext>
              </a:extLst>
            </p:cNvPr>
            <p:cNvSpPr txBox="1"/>
            <p:nvPr userDrawn="1"/>
          </p:nvSpPr>
          <p:spPr>
            <a:xfrm>
              <a:off x="6454503" y="4163500"/>
              <a:ext cx="402416" cy="132343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sz="8000" dirty="0">
                  <a:solidFill>
                    <a:schemeClr val="accent1"/>
                  </a:solidFill>
                </a:rPr>
                <a:t>“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670B8E2-5EB7-CA41-AF3F-6F77BB796C82}"/>
                </a:ext>
              </a:extLst>
            </p:cNvPr>
            <p:cNvSpPr txBox="1"/>
            <p:nvPr userDrawn="1"/>
          </p:nvSpPr>
          <p:spPr>
            <a:xfrm>
              <a:off x="10048398" y="4163500"/>
              <a:ext cx="383864" cy="132343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sz="8000" dirty="0">
                  <a:solidFill>
                    <a:schemeClr val="accent1"/>
                  </a:solidFill>
                </a:rPr>
                <a:t>”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1655BF2-D712-AA4B-8AC8-9FEEFDC0229E}"/>
                </a:ext>
              </a:extLst>
            </p:cNvPr>
            <p:cNvSpPr/>
            <p:nvPr userDrawn="1"/>
          </p:nvSpPr>
          <p:spPr>
            <a:xfrm>
              <a:off x="7012691" y="4473996"/>
              <a:ext cx="2902692" cy="1477328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/>
            <a:p>
              <a:r>
                <a:rPr lang="en-US" sz="1800" i="1" dirty="0">
                  <a:solidFill>
                    <a:schemeClr val="bg1"/>
                  </a:solidFill>
                </a:rPr>
                <a:t>Lorem ipsum dolor sit </a:t>
              </a:r>
              <a:r>
                <a:rPr lang="en-US" sz="1800" i="1" dirty="0" err="1">
                  <a:solidFill>
                    <a:schemeClr val="bg1"/>
                  </a:solidFill>
                </a:rPr>
                <a:t>amet</a:t>
              </a:r>
              <a:r>
                <a:rPr lang="en-US" sz="1800" i="1" dirty="0">
                  <a:solidFill>
                    <a:schemeClr val="bg1"/>
                  </a:solidFill>
                </a:rPr>
                <a:t>, </a:t>
              </a:r>
              <a:r>
                <a:rPr lang="en-US" sz="1800" i="1" dirty="0" err="1">
                  <a:solidFill>
                    <a:schemeClr val="bg1"/>
                  </a:solidFill>
                </a:rPr>
                <a:t>consectetuer</a:t>
              </a:r>
              <a:r>
                <a:rPr lang="en-US" sz="1800" i="1" dirty="0">
                  <a:solidFill>
                    <a:schemeClr val="bg1"/>
                  </a:solidFill>
                </a:rPr>
                <a:t> </a:t>
              </a:r>
              <a:r>
                <a:rPr lang="en-US" sz="1800" i="1" dirty="0" err="1">
                  <a:solidFill>
                    <a:schemeClr val="bg1"/>
                  </a:solidFill>
                </a:rPr>
                <a:t>adipiscing</a:t>
              </a:r>
              <a:r>
                <a:rPr lang="en-US" sz="1800" i="1" dirty="0">
                  <a:solidFill>
                    <a:schemeClr val="bg1"/>
                  </a:solidFill>
                </a:rPr>
                <a:t> </a:t>
              </a:r>
              <a:r>
                <a:rPr lang="en-US" sz="1800" i="1" dirty="0" err="1">
                  <a:solidFill>
                    <a:schemeClr val="bg1"/>
                  </a:solidFill>
                </a:rPr>
                <a:t>elit</a:t>
              </a:r>
              <a:r>
                <a:rPr lang="en-US" sz="1800" i="1" dirty="0">
                  <a:solidFill>
                    <a:schemeClr val="bg1"/>
                  </a:solidFill>
                </a:rPr>
                <a:t>, </a:t>
              </a:r>
              <a:r>
                <a:rPr lang="en-US" sz="1800" i="1" dirty="0" err="1">
                  <a:solidFill>
                    <a:schemeClr val="bg1"/>
                  </a:solidFill>
                </a:rPr>
                <a:t>sed</a:t>
              </a:r>
              <a:r>
                <a:rPr lang="en-US" sz="1800" i="1" dirty="0">
                  <a:solidFill>
                    <a:schemeClr val="bg1"/>
                  </a:solidFill>
                </a:rPr>
                <a:t> </a:t>
              </a:r>
              <a:r>
                <a:rPr lang="en-US" sz="1800" i="1" dirty="0" err="1">
                  <a:solidFill>
                    <a:schemeClr val="bg1"/>
                  </a:solidFill>
                </a:rPr>
                <a:t>diam</a:t>
              </a:r>
              <a:r>
                <a:rPr lang="en-US" sz="1800" i="1" dirty="0">
                  <a:solidFill>
                    <a:schemeClr val="bg1"/>
                  </a:solidFill>
                </a:rPr>
                <a:t> </a:t>
              </a:r>
              <a:r>
                <a:rPr lang="en-US" sz="1800" i="1" dirty="0" err="1">
                  <a:solidFill>
                    <a:schemeClr val="bg1"/>
                  </a:solidFill>
                </a:rPr>
                <a:t>nonummy</a:t>
              </a:r>
              <a:r>
                <a:rPr lang="en-US" sz="1800" i="1" dirty="0">
                  <a:solidFill>
                    <a:schemeClr val="bg1"/>
                  </a:solidFill>
                </a:rPr>
                <a:t> </a:t>
              </a:r>
              <a:r>
                <a:rPr lang="en-US" sz="1800" i="1" dirty="0" err="1">
                  <a:solidFill>
                    <a:schemeClr val="bg1"/>
                  </a:solidFill>
                </a:rPr>
                <a:t>nibh</a:t>
              </a:r>
              <a:r>
                <a:rPr lang="en-US" sz="1800" i="1" dirty="0">
                  <a:solidFill>
                    <a:schemeClr val="bg1"/>
                  </a:solidFill>
                </a:rPr>
                <a:t> </a:t>
              </a:r>
              <a:r>
                <a:rPr lang="en-US" sz="1800" i="1" dirty="0" err="1">
                  <a:solidFill>
                    <a:schemeClr val="bg1"/>
                  </a:solidFill>
                </a:rPr>
                <a:t>euismod</a:t>
              </a:r>
              <a:r>
                <a:rPr lang="en-US" sz="1800" i="1" dirty="0">
                  <a:solidFill>
                    <a:schemeClr val="bg1"/>
                  </a:solidFill>
                </a:rPr>
                <a:t> </a:t>
              </a:r>
              <a:r>
                <a:rPr lang="en-US" sz="1800" i="1" dirty="0" err="1">
                  <a:solidFill>
                    <a:schemeClr val="bg1"/>
                  </a:solidFill>
                </a:rPr>
                <a:t>tincidunt</a:t>
              </a:r>
              <a:r>
                <a:rPr lang="en-US" sz="1800" i="1" dirty="0">
                  <a:solidFill>
                    <a:schemeClr val="bg1"/>
                  </a:solidFill>
                </a:rPr>
                <a:t> </a:t>
              </a:r>
              <a:r>
                <a:rPr lang="en-US" sz="1800" i="1" dirty="0" err="1">
                  <a:solidFill>
                    <a:schemeClr val="bg1"/>
                  </a:solidFill>
                </a:rPr>
                <a:t>ut.</a:t>
              </a:r>
              <a:endParaRPr lang="en-US" sz="1800" i="1" dirty="0">
                <a:solidFill>
                  <a:schemeClr val="bg1"/>
                </a:solidFill>
              </a:endParaRPr>
            </a:p>
            <a:p>
              <a:pPr algn="r"/>
              <a:r>
                <a:rPr lang="en-US" sz="1800" i="0" dirty="0">
                  <a:solidFill>
                    <a:schemeClr val="bg1"/>
                  </a:solidFill>
                  <a:latin typeface="+mj-lt"/>
                </a:rPr>
                <a:t>-This is a quote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E3E9315-6887-5D4C-A199-DC0F96BB8FAD}"/>
              </a:ext>
            </a:extLst>
          </p:cNvPr>
          <p:cNvGrpSpPr/>
          <p:nvPr userDrawn="1"/>
        </p:nvGrpSpPr>
        <p:grpSpPr>
          <a:xfrm>
            <a:off x="600117" y="1972937"/>
            <a:ext cx="2858396" cy="1064776"/>
            <a:chOff x="4603315" y="701458"/>
            <a:chExt cx="2858396" cy="1064776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E1C2522-4F7A-A64B-808A-73C795F43A5C}"/>
                </a:ext>
              </a:extLst>
            </p:cNvPr>
            <p:cNvSpPr txBox="1"/>
            <p:nvPr userDrawn="1"/>
          </p:nvSpPr>
          <p:spPr>
            <a:xfrm>
              <a:off x="4603315" y="701458"/>
              <a:ext cx="2461364" cy="1064776"/>
            </a:xfrm>
            <a:prstGeom prst="roundRect">
              <a:avLst>
                <a:gd name="adj" fmla="val 9421"/>
              </a:avLst>
            </a:prstGeom>
            <a:solidFill>
              <a:schemeClr val="accent1"/>
            </a:solidFill>
          </p:spPr>
          <p:txBody>
            <a:bodyPr wrap="square" lIns="182880" tIns="182880" rIns="182880" bIns="18288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dirty="0">
                  <a:solidFill>
                    <a:schemeClr val="bg1"/>
                  </a:solidFill>
                </a:rPr>
                <a:t>Use for definitions, call outs, factoids, on-screen instructions, etc.</a:t>
              </a:r>
            </a:p>
          </p:txBody>
        </p:sp>
        <p:sp>
          <p:nvSpPr>
            <p:cNvPr id="37" name="Right Triangle 36">
              <a:extLst>
                <a:ext uri="{FF2B5EF4-FFF2-40B4-BE49-F238E27FC236}">
                  <a16:creationId xmlns:a16="http://schemas.microsoft.com/office/drawing/2014/main" id="{B58FCD4A-1A47-4B4E-8237-E34CE007CE88}"/>
                </a:ext>
              </a:extLst>
            </p:cNvPr>
            <p:cNvSpPr/>
            <p:nvPr userDrawn="1"/>
          </p:nvSpPr>
          <p:spPr>
            <a:xfrm rot="5400000">
              <a:off x="7007479" y="585675"/>
              <a:ext cx="338449" cy="570015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EDC3B96-92A3-3542-93F7-327056D74162}"/>
              </a:ext>
            </a:extLst>
          </p:cNvPr>
          <p:cNvGrpSpPr/>
          <p:nvPr userDrawn="1"/>
        </p:nvGrpSpPr>
        <p:grpSpPr>
          <a:xfrm>
            <a:off x="226923" y="3522972"/>
            <a:ext cx="2896907" cy="1233307"/>
            <a:chOff x="219665" y="3591624"/>
            <a:chExt cx="2896907" cy="1233307"/>
          </a:xfrm>
        </p:grpSpPr>
        <p:sp>
          <p:nvSpPr>
            <p:cNvPr id="39" name="Right Triangle 38">
              <a:extLst>
                <a:ext uri="{FF2B5EF4-FFF2-40B4-BE49-F238E27FC236}">
                  <a16:creationId xmlns:a16="http://schemas.microsoft.com/office/drawing/2014/main" id="{F783FDC8-2BC1-3142-A1A1-D8CF5F2E69C3}"/>
                </a:ext>
              </a:extLst>
            </p:cNvPr>
            <p:cNvSpPr/>
            <p:nvPr userDrawn="1"/>
          </p:nvSpPr>
          <p:spPr>
            <a:xfrm rot="16200000">
              <a:off x="335448" y="4370699"/>
              <a:ext cx="338449" cy="570015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DEB6CF1-172B-BB40-9B82-6A7EEF0B6F36}"/>
                </a:ext>
              </a:extLst>
            </p:cNvPr>
            <p:cNvSpPr txBox="1"/>
            <p:nvPr userDrawn="1"/>
          </p:nvSpPr>
          <p:spPr>
            <a:xfrm>
              <a:off x="642464" y="3591624"/>
              <a:ext cx="2474108" cy="1231106"/>
            </a:xfrm>
            <a:prstGeom prst="rect">
              <a:avLst/>
            </a:prstGeom>
            <a:solidFill>
              <a:schemeClr val="accent3"/>
            </a:solidFill>
          </p:spPr>
          <p:txBody>
            <a:bodyPr wrap="square" lIns="182880" tIns="182880" rIns="182880" bIns="182880" rtlCol="0" anchor="b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dirty="0">
                  <a:solidFill>
                    <a:schemeClr val="bg1"/>
                  </a:solidFill>
                </a:rPr>
                <a:t>Use for definitions, call outs, factoids, on-screen instructions, etc. Box will be reshaped to fit text. 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E913FF6-1DA4-CE4A-BB85-30C56A8FB5D1}"/>
              </a:ext>
            </a:extLst>
          </p:cNvPr>
          <p:cNvGrpSpPr/>
          <p:nvPr userDrawn="1"/>
        </p:nvGrpSpPr>
        <p:grpSpPr>
          <a:xfrm>
            <a:off x="8044087" y="5238529"/>
            <a:ext cx="3796803" cy="1140491"/>
            <a:chOff x="8025799" y="4479577"/>
            <a:chExt cx="3796803" cy="1140491"/>
          </a:xfrm>
        </p:grpSpPr>
        <p:sp>
          <p:nvSpPr>
            <p:cNvPr id="42" name="Round Same Side Corner Rectangle 41">
              <a:extLst>
                <a:ext uri="{FF2B5EF4-FFF2-40B4-BE49-F238E27FC236}">
                  <a16:creationId xmlns:a16="http://schemas.microsoft.com/office/drawing/2014/main" id="{08A12AE7-3ADB-2A41-95A6-3CC0C35956B6}"/>
                </a:ext>
              </a:extLst>
            </p:cNvPr>
            <p:cNvSpPr/>
            <p:nvPr userDrawn="1"/>
          </p:nvSpPr>
          <p:spPr>
            <a:xfrm rot="16200000">
              <a:off x="8156827" y="4391999"/>
              <a:ext cx="496231" cy="758287"/>
            </a:xfrm>
            <a:prstGeom prst="round2Same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AAF21CF-AB07-3E43-909B-A465B706AA31}"/>
                </a:ext>
              </a:extLst>
            </p:cNvPr>
            <p:cNvSpPr txBox="1"/>
            <p:nvPr userDrawn="1"/>
          </p:nvSpPr>
          <p:spPr>
            <a:xfrm>
              <a:off x="8579737" y="4523026"/>
              <a:ext cx="3242865" cy="1097042"/>
            </a:xfrm>
            <a:prstGeom prst="roundRect">
              <a:avLst>
                <a:gd name="adj" fmla="val 8555"/>
              </a:avLst>
            </a:prstGeom>
            <a:solidFill>
              <a:schemeClr val="bg1"/>
            </a:solidFill>
            <a:ln w="22225">
              <a:solidFill>
                <a:schemeClr val="accent2"/>
              </a:solidFill>
            </a:ln>
          </p:spPr>
          <p:txBody>
            <a:bodyPr wrap="square" tIns="91440" bIns="9144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dirty="0">
                  <a:solidFill>
                    <a:schemeClr val="tx1"/>
                  </a:solidFill>
                </a:rPr>
                <a:t>Use for call outs, factoids, on-screen instructions, etc. Box will be reshaped to fit text. Lorem ipsum dolor sit </a:t>
              </a:r>
              <a:r>
                <a:rPr lang="en-US" sz="1400" dirty="0" err="1">
                  <a:solidFill>
                    <a:schemeClr val="tx1"/>
                  </a:solidFill>
                </a:rPr>
                <a:t>amet</a:t>
              </a:r>
              <a:r>
                <a:rPr lang="en-US" sz="1400" dirty="0">
                  <a:solidFill>
                    <a:schemeClr val="tx1"/>
                  </a:solidFill>
                </a:rPr>
                <a:t>, </a:t>
              </a:r>
              <a:r>
                <a:rPr lang="en-US" sz="1400" dirty="0" err="1">
                  <a:solidFill>
                    <a:schemeClr val="tx1"/>
                  </a:solidFill>
                </a:rPr>
                <a:t>consectetuer</a:t>
              </a:r>
              <a:r>
                <a:rPr lang="en-US" sz="1400" dirty="0">
                  <a:solidFill>
                    <a:schemeClr val="tx1"/>
                  </a:solidFill>
                </a:rPr>
                <a:t> </a:t>
              </a:r>
              <a:r>
                <a:rPr lang="en-US" sz="1400" dirty="0" err="1">
                  <a:solidFill>
                    <a:schemeClr val="tx1"/>
                  </a:solidFill>
                </a:rPr>
                <a:t>adipiscing</a:t>
              </a:r>
              <a:r>
                <a:rPr lang="en-US" sz="1400" dirty="0">
                  <a:solidFill>
                    <a:schemeClr val="tx1"/>
                  </a:solidFill>
                </a:rPr>
                <a:t>?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561F131-28FC-7144-93B9-63CC3B71530D}"/>
                </a:ext>
              </a:extLst>
            </p:cNvPr>
            <p:cNvSpPr txBox="1"/>
            <p:nvPr userDrawn="1"/>
          </p:nvSpPr>
          <p:spPr>
            <a:xfrm>
              <a:off x="8135853" y="4479577"/>
              <a:ext cx="37542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solidFill>
                    <a:schemeClr val="bg1"/>
                  </a:solidFill>
                </a:rPr>
                <a:t>?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6A3B651-6C7D-0446-B29A-B8A348209397}"/>
              </a:ext>
            </a:extLst>
          </p:cNvPr>
          <p:cNvGrpSpPr/>
          <p:nvPr userDrawn="1"/>
        </p:nvGrpSpPr>
        <p:grpSpPr>
          <a:xfrm>
            <a:off x="8003158" y="1874016"/>
            <a:ext cx="3796834" cy="1140492"/>
            <a:chOff x="2743198" y="742708"/>
            <a:chExt cx="3796834" cy="1140492"/>
          </a:xfrm>
          <a:effectLst>
            <a:outerShdw blurRad="152400" dist="50800" dir="3600000" sx="97000" sy="97000" algn="ctr" rotWithShape="0">
              <a:srgbClr val="000000">
                <a:alpha val="28000"/>
              </a:srgbClr>
            </a:outerShdw>
          </a:effectLst>
        </p:grpSpPr>
        <p:sp>
          <p:nvSpPr>
            <p:cNvPr id="46" name="Round Same Side Corner Rectangle 45">
              <a:extLst>
                <a:ext uri="{FF2B5EF4-FFF2-40B4-BE49-F238E27FC236}">
                  <a16:creationId xmlns:a16="http://schemas.microsoft.com/office/drawing/2014/main" id="{0ABDCABD-5599-FA48-969A-E6B2E5AC06C4}"/>
                </a:ext>
              </a:extLst>
            </p:cNvPr>
            <p:cNvSpPr/>
            <p:nvPr userDrawn="1"/>
          </p:nvSpPr>
          <p:spPr>
            <a:xfrm rot="16200000">
              <a:off x="2874226" y="655130"/>
              <a:ext cx="496231" cy="758287"/>
            </a:xfrm>
            <a:prstGeom prst="round2Same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7F47179-C3C1-BF45-9E47-0E208BD0D4D7}"/>
                </a:ext>
              </a:extLst>
            </p:cNvPr>
            <p:cNvSpPr txBox="1"/>
            <p:nvPr userDrawn="1"/>
          </p:nvSpPr>
          <p:spPr>
            <a:xfrm>
              <a:off x="3297136" y="786158"/>
              <a:ext cx="3242896" cy="1097042"/>
            </a:xfrm>
            <a:prstGeom prst="roundRect">
              <a:avLst>
                <a:gd name="adj" fmla="val 8555"/>
              </a:avLst>
            </a:prstGeom>
            <a:solidFill>
              <a:schemeClr val="bg1"/>
            </a:solidFill>
            <a:ln w="22225">
              <a:solidFill>
                <a:schemeClr val="accent1"/>
              </a:solidFill>
            </a:ln>
          </p:spPr>
          <p:txBody>
            <a:bodyPr wrap="square" tIns="91440" bIns="9144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dirty="0">
                  <a:solidFill>
                    <a:schemeClr val="tx1"/>
                  </a:solidFill>
                </a:rPr>
                <a:t>Use for call outs, factoids, on-screen instructions, etc. Box will be reshaped to fit text. Lorem ipsum dolor sit </a:t>
              </a:r>
              <a:r>
                <a:rPr lang="en-US" sz="1400" dirty="0" err="1">
                  <a:solidFill>
                    <a:schemeClr val="tx1"/>
                  </a:solidFill>
                </a:rPr>
                <a:t>amet</a:t>
              </a:r>
              <a:r>
                <a:rPr lang="en-US" sz="1400" dirty="0">
                  <a:solidFill>
                    <a:schemeClr val="tx1"/>
                  </a:solidFill>
                </a:rPr>
                <a:t>, </a:t>
              </a:r>
              <a:r>
                <a:rPr lang="en-US" sz="1400" dirty="0" err="1">
                  <a:solidFill>
                    <a:schemeClr val="tx1"/>
                  </a:solidFill>
                </a:rPr>
                <a:t>consectetuer</a:t>
              </a:r>
              <a:r>
                <a:rPr lang="en-US" sz="1400" dirty="0">
                  <a:solidFill>
                    <a:schemeClr val="tx1"/>
                  </a:solidFill>
                </a:rPr>
                <a:t> </a:t>
              </a:r>
              <a:r>
                <a:rPr lang="en-US" sz="1400" dirty="0" err="1">
                  <a:solidFill>
                    <a:schemeClr val="tx1"/>
                  </a:solidFill>
                </a:rPr>
                <a:t>adipiscing</a:t>
              </a:r>
              <a:r>
                <a:rPr lang="en-US" sz="1400" dirty="0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8465900-03E0-614E-8E4E-9F31F1415022}"/>
                </a:ext>
              </a:extLst>
            </p:cNvPr>
            <p:cNvSpPr txBox="1"/>
            <p:nvPr userDrawn="1"/>
          </p:nvSpPr>
          <p:spPr>
            <a:xfrm>
              <a:off x="2879384" y="742708"/>
              <a:ext cx="31771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solidFill>
                    <a:schemeClr val="bg1"/>
                  </a:solidFill>
                </a:rPr>
                <a:t>!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5B0932D-E973-6140-892E-FC06496F3963}"/>
              </a:ext>
            </a:extLst>
          </p:cNvPr>
          <p:cNvGrpSpPr/>
          <p:nvPr userDrawn="1"/>
        </p:nvGrpSpPr>
        <p:grpSpPr>
          <a:xfrm>
            <a:off x="8610536" y="3510256"/>
            <a:ext cx="3223650" cy="1322903"/>
            <a:chOff x="8423329" y="5344015"/>
            <a:chExt cx="3223650" cy="1322903"/>
          </a:xfrm>
          <a:effectLst>
            <a:outerShdw blurRad="152400" dist="50800" dir="3600000" sx="97000" sy="97000" algn="ctr" rotWithShape="0">
              <a:srgbClr val="000000">
                <a:alpha val="28000"/>
              </a:srgbClr>
            </a:outerShdw>
          </a:effectLst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1308BAE6-5120-6548-ADFF-4991A6B8089F}"/>
                </a:ext>
              </a:extLst>
            </p:cNvPr>
            <p:cNvGrpSpPr/>
            <p:nvPr userDrawn="1"/>
          </p:nvGrpSpPr>
          <p:grpSpPr>
            <a:xfrm>
              <a:off x="10908293" y="5344015"/>
              <a:ext cx="738686" cy="496231"/>
              <a:chOff x="10908293" y="5344015"/>
              <a:chExt cx="738686" cy="496231"/>
            </a:xfrm>
          </p:grpSpPr>
          <p:sp>
            <p:nvSpPr>
              <p:cNvPr id="52" name="Round Same Side Corner Rectangle 51">
                <a:extLst>
                  <a:ext uri="{FF2B5EF4-FFF2-40B4-BE49-F238E27FC236}">
                    <a16:creationId xmlns:a16="http://schemas.microsoft.com/office/drawing/2014/main" id="{10ECF463-5332-A04C-85DA-EDC5577E36A6}"/>
                  </a:ext>
                </a:extLst>
              </p:cNvPr>
              <p:cNvSpPr/>
              <p:nvPr userDrawn="1"/>
            </p:nvSpPr>
            <p:spPr>
              <a:xfrm rot="5400000">
                <a:off x="11029520" y="5222788"/>
                <a:ext cx="496231" cy="738686"/>
              </a:xfrm>
              <a:prstGeom prst="round2SameRect">
                <a:avLst/>
              </a:prstGeom>
              <a:solidFill>
                <a:schemeClr val="accent3"/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" name="Right Arrow 52">
                <a:extLst>
                  <a:ext uri="{FF2B5EF4-FFF2-40B4-BE49-F238E27FC236}">
                    <a16:creationId xmlns:a16="http://schemas.microsoft.com/office/drawing/2014/main" id="{5872BD5A-D430-594B-B4E0-BE35493356AC}"/>
                  </a:ext>
                </a:extLst>
              </p:cNvPr>
              <p:cNvSpPr/>
              <p:nvPr userDrawn="1"/>
            </p:nvSpPr>
            <p:spPr>
              <a:xfrm>
                <a:off x="11194947" y="5452647"/>
                <a:ext cx="356460" cy="278969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954E5EB-D0FC-814F-9DEB-4727B7D218A2}"/>
                </a:ext>
              </a:extLst>
            </p:cNvPr>
            <p:cNvSpPr txBox="1"/>
            <p:nvPr userDrawn="1"/>
          </p:nvSpPr>
          <p:spPr>
            <a:xfrm>
              <a:off x="8423329" y="5344015"/>
              <a:ext cx="2676044" cy="1322903"/>
            </a:xfrm>
            <a:prstGeom prst="roundRect">
              <a:avLst>
                <a:gd name="adj" fmla="val 8555"/>
              </a:avLst>
            </a:prstGeom>
            <a:solidFill>
              <a:schemeClr val="bg1"/>
            </a:solidFill>
            <a:ln w="22225">
              <a:solidFill>
                <a:schemeClr val="accent3"/>
              </a:solidFill>
            </a:ln>
          </p:spPr>
          <p:txBody>
            <a:bodyPr wrap="square" tIns="91440" bIns="9144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dirty="0">
                  <a:solidFill>
                    <a:schemeClr val="tx1"/>
                  </a:solidFill>
                </a:rPr>
                <a:t>Use for call outs, factoids, on-screen instructions, etc. Box will be reshaped to fit text. Lorem ipsum dolor. fad </a:t>
              </a:r>
              <a:r>
                <a:rPr lang="en-US" sz="1400" dirty="0" err="1">
                  <a:solidFill>
                    <a:schemeClr val="tx1"/>
                  </a:solidFill>
                </a:rPr>
                <a:t>fdaf</a:t>
              </a:r>
              <a:r>
                <a:rPr lang="en-US" sz="1400" dirty="0">
                  <a:solidFill>
                    <a:schemeClr val="tx1"/>
                  </a:solidFill>
                </a:rPr>
                <a:t> </a:t>
              </a:r>
              <a:r>
                <a:rPr lang="en-US" sz="1400" dirty="0" err="1">
                  <a:solidFill>
                    <a:schemeClr val="tx1"/>
                  </a:solidFill>
                </a:rPr>
                <a:t>asdfadfasdfa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E03D679-FB97-5E43-922E-FCD1A1A6D6CC}"/>
              </a:ext>
            </a:extLst>
          </p:cNvPr>
          <p:cNvGrpSpPr/>
          <p:nvPr userDrawn="1"/>
        </p:nvGrpSpPr>
        <p:grpSpPr>
          <a:xfrm>
            <a:off x="3867636" y="1936632"/>
            <a:ext cx="3793255" cy="2273206"/>
            <a:chOff x="4204448" y="2845164"/>
            <a:chExt cx="3275887" cy="2273206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3349B9B-522C-7348-AC74-9DEFC129D175}"/>
                </a:ext>
              </a:extLst>
            </p:cNvPr>
            <p:cNvSpPr txBox="1"/>
            <p:nvPr userDrawn="1"/>
          </p:nvSpPr>
          <p:spPr>
            <a:xfrm>
              <a:off x="4220861" y="2859754"/>
              <a:ext cx="3242865" cy="2258616"/>
            </a:xfrm>
            <a:prstGeom prst="roundRect">
              <a:avLst>
                <a:gd name="adj" fmla="val 8555"/>
              </a:avLst>
            </a:prstGeom>
            <a:solidFill>
              <a:schemeClr val="bg1"/>
            </a:solidFill>
            <a:ln w="22225">
              <a:solidFill>
                <a:schemeClr val="bg1"/>
              </a:solidFill>
            </a:ln>
          </p:spPr>
          <p:txBody>
            <a:bodyPr wrap="square" tIns="548640" bIns="9144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dirty="0">
                  <a:solidFill>
                    <a:schemeClr val="tx1"/>
                  </a:solidFill>
                </a:rPr>
                <a:t>Use for definitions, call outs, factoids, on-screen instructions, etc. Reshape surrounding box to fit the text box.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1400" i="0" dirty="0">
                <a:solidFill>
                  <a:schemeClr val="tx1"/>
                </a:solidFill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i="0" dirty="0">
                  <a:solidFill>
                    <a:schemeClr val="tx1"/>
                  </a:solidFill>
                </a:rPr>
                <a:t>Lorem ipsum dolor sit </a:t>
              </a:r>
              <a:r>
                <a:rPr lang="en-US" sz="1400" i="0" dirty="0" err="1">
                  <a:solidFill>
                    <a:schemeClr val="tx1"/>
                  </a:solidFill>
                </a:rPr>
                <a:t>amet</a:t>
              </a:r>
              <a:r>
                <a:rPr lang="en-US" sz="1400" i="0" dirty="0">
                  <a:solidFill>
                    <a:schemeClr val="tx1"/>
                  </a:solidFill>
                </a:rPr>
                <a:t>, </a:t>
              </a:r>
              <a:r>
                <a:rPr lang="en-US" sz="1400" i="0" dirty="0" err="1">
                  <a:solidFill>
                    <a:schemeClr val="tx1"/>
                  </a:solidFill>
                </a:rPr>
                <a:t>consectetuer</a:t>
              </a:r>
              <a:r>
                <a:rPr lang="en-US" sz="1400" i="0" dirty="0">
                  <a:solidFill>
                    <a:schemeClr val="tx1"/>
                  </a:solidFill>
                </a:rPr>
                <a:t> </a:t>
              </a:r>
              <a:r>
                <a:rPr lang="en-US" sz="1400" i="0" dirty="0" err="1">
                  <a:solidFill>
                    <a:schemeClr val="tx1"/>
                  </a:solidFill>
                </a:rPr>
                <a:t>adipiscing</a:t>
              </a:r>
              <a:r>
                <a:rPr lang="en-US" sz="1400" i="0" dirty="0">
                  <a:solidFill>
                    <a:schemeClr val="tx1"/>
                  </a:solidFill>
                </a:rPr>
                <a:t> </a:t>
              </a:r>
              <a:r>
                <a:rPr lang="en-US" sz="1400" i="0" dirty="0" err="1">
                  <a:solidFill>
                    <a:schemeClr val="tx1"/>
                  </a:solidFill>
                </a:rPr>
                <a:t>elit</a:t>
              </a:r>
              <a:r>
                <a:rPr lang="en-US" sz="1400" i="0" dirty="0">
                  <a:solidFill>
                    <a:schemeClr val="tx1"/>
                  </a:solidFill>
                </a:rPr>
                <a:t>, </a:t>
              </a:r>
              <a:r>
                <a:rPr lang="en-US" sz="1400" i="0" dirty="0" err="1">
                  <a:solidFill>
                    <a:schemeClr val="tx1"/>
                  </a:solidFill>
                </a:rPr>
                <a:t>sed</a:t>
              </a:r>
              <a:r>
                <a:rPr lang="en-US" sz="1400" i="0" dirty="0">
                  <a:solidFill>
                    <a:schemeClr val="tx1"/>
                  </a:solidFill>
                </a:rPr>
                <a:t> </a:t>
              </a:r>
              <a:r>
                <a:rPr lang="en-US" sz="1400" i="0" dirty="0" err="1">
                  <a:solidFill>
                    <a:schemeClr val="tx1"/>
                  </a:solidFill>
                </a:rPr>
                <a:t>diam</a:t>
              </a:r>
              <a:r>
                <a:rPr lang="en-US" sz="1400" i="0" dirty="0">
                  <a:solidFill>
                    <a:schemeClr val="tx1"/>
                  </a:solidFill>
                </a:rPr>
                <a:t> </a:t>
              </a:r>
              <a:r>
                <a:rPr lang="en-US" sz="1400" i="0" dirty="0" err="1">
                  <a:solidFill>
                    <a:schemeClr val="tx1"/>
                  </a:solidFill>
                </a:rPr>
                <a:t>nonummy</a:t>
              </a:r>
              <a:r>
                <a:rPr lang="en-US" sz="1400" i="0" dirty="0">
                  <a:solidFill>
                    <a:schemeClr val="tx1"/>
                  </a:solidFill>
                </a:rPr>
                <a:t> </a:t>
              </a:r>
              <a:r>
                <a:rPr lang="en-US" sz="1400" i="0" dirty="0" err="1">
                  <a:solidFill>
                    <a:schemeClr val="tx1"/>
                  </a:solidFill>
                </a:rPr>
                <a:t>nibh</a:t>
              </a:r>
              <a:r>
                <a:rPr lang="en-US" sz="1400" i="0" dirty="0">
                  <a:solidFill>
                    <a:schemeClr val="tx1"/>
                  </a:solidFill>
                </a:rPr>
                <a:t> </a:t>
              </a:r>
              <a:r>
                <a:rPr lang="en-US" sz="1400" i="0" dirty="0" err="1">
                  <a:solidFill>
                    <a:schemeClr val="tx1"/>
                  </a:solidFill>
                </a:rPr>
                <a:t>euismod</a:t>
              </a:r>
              <a:r>
                <a:rPr lang="en-US" sz="1400" i="0" dirty="0">
                  <a:solidFill>
                    <a:schemeClr val="tx1"/>
                  </a:solidFill>
                </a:rPr>
                <a:t> </a:t>
              </a:r>
              <a:r>
                <a:rPr lang="en-US" sz="1400" i="0" dirty="0" err="1">
                  <a:solidFill>
                    <a:schemeClr val="tx1"/>
                  </a:solidFill>
                </a:rPr>
                <a:t>tincidunt</a:t>
              </a:r>
              <a:r>
                <a:rPr lang="en-US" sz="1400" i="0" dirty="0">
                  <a:solidFill>
                    <a:schemeClr val="tx1"/>
                  </a:solidFill>
                </a:rPr>
                <a:t> </a:t>
              </a:r>
              <a:r>
                <a:rPr lang="en-US" sz="1400" i="0" dirty="0" err="1">
                  <a:solidFill>
                    <a:schemeClr val="tx1"/>
                  </a:solidFill>
                </a:rPr>
                <a:t>ut</a:t>
              </a:r>
              <a:r>
                <a:rPr lang="en-US" sz="1400" i="1" dirty="0" err="1">
                  <a:solidFill>
                    <a:schemeClr val="tx1"/>
                  </a:solidFill>
                </a:rPr>
                <a:t>.</a:t>
              </a:r>
              <a:endParaRPr lang="en-US" sz="1400" i="1" dirty="0">
                <a:solidFill>
                  <a:schemeClr val="tx1"/>
                </a:solidFill>
              </a:endParaRPr>
            </a:p>
          </p:txBody>
        </p:sp>
        <p:sp>
          <p:nvSpPr>
            <p:cNvPr id="56" name="Round Same Side Corner Rectangle 55">
              <a:extLst>
                <a:ext uri="{FF2B5EF4-FFF2-40B4-BE49-F238E27FC236}">
                  <a16:creationId xmlns:a16="http://schemas.microsoft.com/office/drawing/2014/main" id="{6C7F0C97-25CA-A947-AAAE-30C2CA0757B1}"/>
                </a:ext>
              </a:extLst>
            </p:cNvPr>
            <p:cNvSpPr/>
            <p:nvPr userDrawn="1"/>
          </p:nvSpPr>
          <p:spPr>
            <a:xfrm>
              <a:off x="4204448" y="2845164"/>
              <a:ext cx="3275887" cy="499533"/>
            </a:xfrm>
            <a:prstGeom prst="round2SameRect">
              <a:avLst>
                <a:gd name="adj1" fmla="val 9634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DBED50B5-1684-7643-AC81-92718DBB3FD9}"/>
                </a:ext>
              </a:extLst>
            </p:cNvPr>
            <p:cNvSpPr txBox="1"/>
            <p:nvPr userDrawn="1"/>
          </p:nvSpPr>
          <p:spPr>
            <a:xfrm>
              <a:off x="4259577" y="2875572"/>
              <a:ext cx="121700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0" dirty="0">
                  <a:solidFill>
                    <a:schemeClr val="bg1"/>
                  </a:solidFill>
                </a:rPr>
                <a:t>Heading</a:t>
              </a:r>
            </a:p>
          </p:txBody>
        </p:sp>
      </p:grpSp>
      <p:sp>
        <p:nvSpPr>
          <p:cNvPr id="59" name="Title Placeholder 1">
            <a:extLst>
              <a:ext uri="{FF2B5EF4-FFF2-40B4-BE49-F238E27FC236}">
                <a16:creationId xmlns:a16="http://schemas.microsoft.com/office/drawing/2014/main" id="{E02185D7-30E0-E34D-B1ED-A4A03DFE7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132" y="140168"/>
            <a:ext cx="11254683" cy="486287"/>
          </a:xfrm>
          <a:prstGeom prst="rect">
            <a:avLst/>
          </a:prstGeom>
          <a:noFill/>
        </p:spPr>
        <p:txBody>
          <a:bodyPr vert="horz" wrap="square" lIns="91440" tIns="45720" rIns="91440" bIns="0" rtlCol="0" anchor="ctr" anchorCtr="0">
            <a:normAutofit/>
          </a:bodyPr>
          <a:lstStyle>
            <a:lvl1pPr>
              <a:defRPr sz="3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37708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sets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Chart 57">
            <a:extLst>
              <a:ext uri="{FF2B5EF4-FFF2-40B4-BE49-F238E27FC236}">
                <a16:creationId xmlns:a16="http://schemas.microsoft.com/office/drawing/2014/main" id="{6E0767FC-EE7B-1542-ABFE-E566FAD68C6A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628591770"/>
              </p:ext>
            </p:extLst>
          </p:nvPr>
        </p:nvGraphicFramePr>
        <p:xfrm>
          <a:off x="9364091" y="1593982"/>
          <a:ext cx="2496290" cy="24544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9" name="Chart 58">
            <a:extLst>
              <a:ext uri="{FF2B5EF4-FFF2-40B4-BE49-F238E27FC236}">
                <a16:creationId xmlns:a16="http://schemas.microsoft.com/office/drawing/2014/main" id="{7EA0DCF4-6023-7C4C-9FEC-678A07CA3096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227447753"/>
              </p:ext>
            </p:extLst>
          </p:nvPr>
        </p:nvGraphicFramePr>
        <p:xfrm>
          <a:off x="9500751" y="4188608"/>
          <a:ext cx="2530473" cy="16443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pSp>
        <p:nvGrpSpPr>
          <p:cNvPr id="60" name="Group 59">
            <a:extLst>
              <a:ext uri="{FF2B5EF4-FFF2-40B4-BE49-F238E27FC236}">
                <a16:creationId xmlns:a16="http://schemas.microsoft.com/office/drawing/2014/main" id="{FF63BBEF-56B6-1143-8632-209E5D7FF468}"/>
              </a:ext>
            </a:extLst>
          </p:cNvPr>
          <p:cNvGrpSpPr/>
          <p:nvPr userDrawn="1"/>
        </p:nvGrpSpPr>
        <p:grpSpPr>
          <a:xfrm>
            <a:off x="600101" y="5106614"/>
            <a:ext cx="472349" cy="523220"/>
            <a:chOff x="2127653" y="906552"/>
            <a:chExt cx="548640" cy="607727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1F7CADEB-B9FC-5248-95F4-614D0471A810}"/>
                </a:ext>
              </a:extLst>
            </p:cNvPr>
            <p:cNvSpPr/>
            <p:nvPr userDrawn="1"/>
          </p:nvSpPr>
          <p:spPr>
            <a:xfrm>
              <a:off x="2127653" y="950347"/>
              <a:ext cx="548640" cy="54864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C04919F-3204-3C40-B338-C4380E423AE8}"/>
                </a:ext>
              </a:extLst>
            </p:cNvPr>
            <p:cNvSpPr txBox="1"/>
            <p:nvPr userDrawn="1"/>
          </p:nvSpPr>
          <p:spPr>
            <a:xfrm>
              <a:off x="2189707" y="906552"/>
              <a:ext cx="426750" cy="607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3F287A94-5FC9-7043-A9F8-6497706930E9}"/>
              </a:ext>
            </a:extLst>
          </p:cNvPr>
          <p:cNvGrpSpPr/>
          <p:nvPr userDrawn="1"/>
        </p:nvGrpSpPr>
        <p:grpSpPr>
          <a:xfrm>
            <a:off x="596333" y="3561589"/>
            <a:ext cx="479885" cy="501658"/>
            <a:chOff x="992459" y="875183"/>
            <a:chExt cx="591015" cy="607817"/>
          </a:xfrm>
        </p:grpSpPr>
        <p:sp>
          <p:nvSpPr>
            <p:cNvPr id="64" name="Extract 63">
              <a:extLst>
                <a:ext uri="{FF2B5EF4-FFF2-40B4-BE49-F238E27FC236}">
                  <a16:creationId xmlns:a16="http://schemas.microsoft.com/office/drawing/2014/main" id="{155C4D3E-62D7-F346-B691-D481CA2BF837}"/>
                </a:ext>
              </a:extLst>
            </p:cNvPr>
            <p:cNvSpPr/>
            <p:nvPr userDrawn="1"/>
          </p:nvSpPr>
          <p:spPr>
            <a:xfrm>
              <a:off x="992459" y="903248"/>
              <a:ext cx="591015" cy="465118"/>
            </a:xfrm>
            <a:prstGeom prst="flowChartExtract">
              <a:avLst/>
            </a:prstGeom>
            <a:solidFill>
              <a:schemeClr val="accent5"/>
            </a:solidFill>
            <a:ln w="31750">
              <a:solidFill>
                <a:schemeClr val="accent5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CE822BB-9419-8040-96A8-2080ADB32E75}"/>
                </a:ext>
              </a:extLst>
            </p:cNvPr>
            <p:cNvSpPr txBox="1"/>
            <p:nvPr userDrawn="1"/>
          </p:nvSpPr>
          <p:spPr>
            <a:xfrm>
              <a:off x="1098286" y="875183"/>
              <a:ext cx="290610" cy="6078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chemeClr val="tx1"/>
                  </a:solidFill>
                </a:rPr>
                <a:t>!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792B7EE2-EF74-0B45-B7AA-89E70AF65FDD}"/>
              </a:ext>
            </a:extLst>
          </p:cNvPr>
          <p:cNvGrpSpPr/>
          <p:nvPr userDrawn="1"/>
        </p:nvGrpSpPr>
        <p:grpSpPr>
          <a:xfrm>
            <a:off x="600101" y="4357097"/>
            <a:ext cx="472349" cy="523220"/>
            <a:chOff x="2127653" y="906552"/>
            <a:chExt cx="548640" cy="607727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2EE4FCDE-3F0C-144D-9B37-461C2C89064E}"/>
                </a:ext>
              </a:extLst>
            </p:cNvPr>
            <p:cNvSpPr/>
            <p:nvPr userDrawn="1"/>
          </p:nvSpPr>
          <p:spPr>
            <a:xfrm>
              <a:off x="2127653" y="950347"/>
              <a:ext cx="548640" cy="54864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1C87E45F-A66F-6D4F-850B-11AFEBAB454B}"/>
                </a:ext>
              </a:extLst>
            </p:cNvPr>
            <p:cNvSpPr txBox="1"/>
            <p:nvPr userDrawn="1"/>
          </p:nvSpPr>
          <p:spPr>
            <a:xfrm>
              <a:off x="2171705" y="906552"/>
              <a:ext cx="467712" cy="607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</a:rPr>
                <a:t>A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B4EBC8DB-1B59-5743-8405-5E0958251FAF}"/>
              </a:ext>
            </a:extLst>
          </p:cNvPr>
          <p:cNvGrpSpPr/>
          <p:nvPr userDrawn="1"/>
        </p:nvGrpSpPr>
        <p:grpSpPr>
          <a:xfrm>
            <a:off x="2752441" y="5106614"/>
            <a:ext cx="472349" cy="523220"/>
            <a:chOff x="2127653" y="903127"/>
            <a:chExt cx="548640" cy="607728"/>
          </a:xfrm>
        </p:grpSpPr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5D960F5A-D2FB-6F4E-9047-4B4CB1BFD498}"/>
                </a:ext>
              </a:extLst>
            </p:cNvPr>
            <p:cNvSpPr/>
            <p:nvPr userDrawn="1"/>
          </p:nvSpPr>
          <p:spPr>
            <a:xfrm>
              <a:off x="2127653" y="950347"/>
              <a:ext cx="548640" cy="54864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A1F719A-8371-3E49-BC25-4024F11B5AAA}"/>
                </a:ext>
              </a:extLst>
            </p:cNvPr>
            <p:cNvSpPr txBox="1"/>
            <p:nvPr userDrawn="1"/>
          </p:nvSpPr>
          <p:spPr>
            <a:xfrm>
              <a:off x="2195283" y="903127"/>
              <a:ext cx="426750" cy="6077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233199EB-EABB-C844-A02F-53B6DC7B4B7B}"/>
              </a:ext>
            </a:extLst>
          </p:cNvPr>
          <p:cNvGrpSpPr/>
          <p:nvPr userDrawn="1"/>
        </p:nvGrpSpPr>
        <p:grpSpPr>
          <a:xfrm>
            <a:off x="2752441" y="4357097"/>
            <a:ext cx="472349" cy="523220"/>
            <a:chOff x="2127653" y="903127"/>
            <a:chExt cx="548640" cy="607728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8846AB7C-A448-414F-B677-13BCBB1470A7}"/>
                </a:ext>
              </a:extLst>
            </p:cNvPr>
            <p:cNvSpPr/>
            <p:nvPr userDrawn="1"/>
          </p:nvSpPr>
          <p:spPr>
            <a:xfrm>
              <a:off x="2127653" y="950347"/>
              <a:ext cx="548640" cy="54864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4327E423-E23F-5F4A-A62D-180E91C2B560}"/>
                </a:ext>
              </a:extLst>
            </p:cNvPr>
            <p:cNvSpPr txBox="1"/>
            <p:nvPr userDrawn="1"/>
          </p:nvSpPr>
          <p:spPr>
            <a:xfrm>
              <a:off x="2159280" y="903127"/>
              <a:ext cx="436060" cy="6077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</a:rPr>
                <a:t>C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6B2B26E7-A69C-1243-8C13-6C6735D81A5E}"/>
              </a:ext>
            </a:extLst>
          </p:cNvPr>
          <p:cNvGrpSpPr/>
          <p:nvPr userDrawn="1"/>
        </p:nvGrpSpPr>
        <p:grpSpPr>
          <a:xfrm>
            <a:off x="2766172" y="3589975"/>
            <a:ext cx="444887" cy="444887"/>
            <a:chOff x="2043931" y="3586508"/>
            <a:chExt cx="489706" cy="489706"/>
          </a:xfrm>
        </p:grpSpPr>
        <p:sp>
          <p:nvSpPr>
            <p:cNvPr id="76" name="Teardrop 75">
              <a:extLst>
                <a:ext uri="{FF2B5EF4-FFF2-40B4-BE49-F238E27FC236}">
                  <a16:creationId xmlns:a16="http://schemas.microsoft.com/office/drawing/2014/main" id="{00E195A3-A033-FC4C-A767-1D7AB9672373}"/>
                </a:ext>
              </a:extLst>
            </p:cNvPr>
            <p:cNvSpPr/>
            <p:nvPr userDrawn="1"/>
          </p:nvSpPr>
          <p:spPr>
            <a:xfrm rot="2724618">
              <a:off x="2043931" y="3586508"/>
              <a:ext cx="489706" cy="489706"/>
            </a:xfrm>
            <a:prstGeom prst="teardrop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5-Point Star 76">
              <a:extLst>
                <a:ext uri="{FF2B5EF4-FFF2-40B4-BE49-F238E27FC236}">
                  <a16:creationId xmlns:a16="http://schemas.microsoft.com/office/drawing/2014/main" id="{E323B028-D4D2-934F-A668-B94E2F5F0BF3}"/>
                </a:ext>
              </a:extLst>
            </p:cNvPr>
            <p:cNvSpPr/>
            <p:nvPr userDrawn="1"/>
          </p:nvSpPr>
          <p:spPr>
            <a:xfrm>
              <a:off x="2145058" y="3657600"/>
              <a:ext cx="302509" cy="302509"/>
            </a:xfrm>
            <a:prstGeom prst="star5">
              <a:avLst>
                <a:gd name="adj" fmla="val 20872"/>
                <a:gd name="hf" fmla="val 105146"/>
                <a:gd name="vf" fmla="val 110557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CE904FF2-16AF-B446-951E-32E4940B0368}"/>
              </a:ext>
            </a:extLst>
          </p:cNvPr>
          <p:cNvGrpSpPr/>
          <p:nvPr userDrawn="1"/>
        </p:nvGrpSpPr>
        <p:grpSpPr>
          <a:xfrm>
            <a:off x="1636905" y="5106614"/>
            <a:ext cx="472349" cy="523220"/>
            <a:chOff x="2127653" y="897547"/>
            <a:chExt cx="548640" cy="607727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5AE61D2B-D0B1-EE4B-9F6F-7A71B5037589}"/>
                </a:ext>
              </a:extLst>
            </p:cNvPr>
            <p:cNvSpPr/>
            <p:nvPr userDrawn="1"/>
          </p:nvSpPr>
          <p:spPr>
            <a:xfrm>
              <a:off x="2127653" y="950347"/>
              <a:ext cx="548640" cy="54864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40B775B7-4B88-D146-BDE8-268463DF80BC}"/>
                </a:ext>
              </a:extLst>
            </p:cNvPr>
            <p:cNvSpPr txBox="1"/>
            <p:nvPr userDrawn="1"/>
          </p:nvSpPr>
          <p:spPr>
            <a:xfrm>
              <a:off x="2198707" y="897547"/>
              <a:ext cx="426750" cy="607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B6BAED38-0C32-F849-AB5F-A8DD70A1C75E}"/>
              </a:ext>
            </a:extLst>
          </p:cNvPr>
          <p:cNvGrpSpPr/>
          <p:nvPr userDrawn="1"/>
        </p:nvGrpSpPr>
        <p:grpSpPr>
          <a:xfrm>
            <a:off x="1636905" y="4357097"/>
            <a:ext cx="472349" cy="523220"/>
            <a:chOff x="2127653" y="906549"/>
            <a:chExt cx="548640" cy="607727"/>
          </a:xfrm>
        </p:grpSpPr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1B897077-1990-BF4D-993B-59B35283E55D}"/>
                </a:ext>
              </a:extLst>
            </p:cNvPr>
            <p:cNvSpPr/>
            <p:nvPr userDrawn="1"/>
          </p:nvSpPr>
          <p:spPr>
            <a:xfrm>
              <a:off x="2127653" y="950347"/>
              <a:ext cx="548640" cy="54864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B90E5681-AD36-084A-857A-EE57E62D7736}"/>
                </a:ext>
              </a:extLst>
            </p:cNvPr>
            <p:cNvSpPr txBox="1"/>
            <p:nvPr userDrawn="1"/>
          </p:nvSpPr>
          <p:spPr>
            <a:xfrm>
              <a:off x="2171706" y="906549"/>
              <a:ext cx="449092" cy="607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</a:rPr>
                <a:t>B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AB0E1B4B-EA23-A547-B670-1ED8FF6DCEF2}"/>
              </a:ext>
            </a:extLst>
          </p:cNvPr>
          <p:cNvGrpSpPr/>
          <p:nvPr userDrawn="1"/>
        </p:nvGrpSpPr>
        <p:grpSpPr>
          <a:xfrm>
            <a:off x="1594217" y="3533557"/>
            <a:ext cx="557725" cy="557723"/>
            <a:chOff x="1491082" y="3426255"/>
            <a:chExt cx="557725" cy="557723"/>
          </a:xfrm>
        </p:grpSpPr>
        <p:sp>
          <p:nvSpPr>
            <p:cNvPr id="85" name="Diamond 84">
              <a:extLst>
                <a:ext uri="{FF2B5EF4-FFF2-40B4-BE49-F238E27FC236}">
                  <a16:creationId xmlns:a16="http://schemas.microsoft.com/office/drawing/2014/main" id="{9221AF1C-6F7D-C34F-8EE0-F15CDC24A6DF}"/>
                </a:ext>
              </a:extLst>
            </p:cNvPr>
            <p:cNvSpPr/>
            <p:nvPr/>
          </p:nvSpPr>
          <p:spPr>
            <a:xfrm>
              <a:off x="1491082" y="3426255"/>
              <a:ext cx="557725" cy="557723"/>
            </a:xfrm>
            <a:prstGeom prst="diamond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solidFill>
                  <a:schemeClr val="accent4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5A855084-BC4E-2A43-829B-3CE497EE4902}"/>
                </a:ext>
              </a:extLst>
            </p:cNvPr>
            <p:cNvSpPr txBox="1"/>
            <p:nvPr userDrawn="1"/>
          </p:nvSpPr>
          <p:spPr>
            <a:xfrm>
              <a:off x="1607869" y="3438936"/>
              <a:ext cx="2359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</a:rPr>
                <a:t>!</a:t>
              </a:r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FA49619B-D3A9-F649-8B1E-6C7543A04B14}"/>
              </a:ext>
            </a:extLst>
          </p:cNvPr>
          <p:cNvSpPr txBox="1"/>
          <p:nvPr userDrawn="1"/>
        </p:nvSpPr>
        <p:spPr>
          <a:xfrm>
            <a:off x="4170887" y="10767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21B42085-94AE-2446-A219-C386D7798619}"/>
              </a:ext>
            </a:extLst>
          </p:cNvPr>
          <p:cNvGrpSpPr/>
          <p:nvPr userDrawn="1"/>
        </p:nvGrpSpPr>
        <p:grpSpPr>
          <a:xfrm>
            <a:off x="587950" y="2054536"/>
            <a:ext cx="2157326" cy="530709"/>
            <a:chOff x="4429454" y="2537513"/>
            <a:chExt cx="2157326" cy="530709"/>
          </a:xfrm>
        </p:grpSpPr>
        <p:sp>
          <p:nvSpPr>
            <p:cNvPr id="89" name="Triangle 88">
              <a:extLst>
                <a:ext uri="{FF2B5EF4-FFF2-40B4-BE49-F238E27FC236}">
                  <a16:creationId xmlns:a16="http://schemas.microsoft.com/office/drawing/2014/main" id="{F43C67F4-04ED-094B-A0E7-795D8630027B}"/>
                </a:ext>
              </a:extLst>
            </p:cNvPr>
            <p:cNvSpPr/>
            <p:nvPr userDrawn="1"/>
          </p:nvSpPr>
          <p:spPr>
            <a:xfrm rot="10800000">
              <a:off x="5283575" y="2819332"/>
              <a:ext cx="449084" cy="248890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041C0891-2F63-0748-B893-3CFA506857AD}"/>
                </a:ext>
              </a:extLst>
            </p:cNvPr>
            <p:cNvSpPr txBox="1"/>
            <p:nvPr userDrawn="1"/>
          </p:nvSpPr>
          <p:spPr>
            <a:xfrm>
              <a:off x="4429454" y="2537513"/>
              <a:ext cx="2157326" cy="307777"/>
            </a:xfrm>
            <a:prstGeom prst="rect">
              <a:avLst/>
            </a:prstGeom>
            <a:solidFill>
              <a:schemeClr val="accent3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dirty="0">
                  <a:solidFill>
                    <a:schemeClr val="tx1"/>
                  </a:solidFill>
                </a:rPr>
                <a:t>This is a small callout</a:t>
              </a:r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73F2A585-1E82-624C-B883-C81CC00514DB}"/>
              </a:ext>
            </a:extLst>
          </p:cNvPr>
          <p:cNvSpPr txBox="1"/>
          <p:nvPr userDrawn="1"/>
        </p:nvSpPr>
        <p:spPr>
          <a:xfrm>
            <a:off x="584202" y="2809359"/>
            <a:ext cx="1408242" cy="338554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chemeClr val="bg1"/>
                </a:solidFill>
              </a:rPr>
              <a:t>This is a tag</a:t>
            </a: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6712437D-4DB9-794F-877E-99653632FDD1}"/>
              </a:ext>
            </a:extLst>
          </p:cNvPr>
          <p:cNvGrpSpPr/>
          <p:nvPr userDrawn="1"/>
        </p:nvGrpSpPr>
        <p:grpSpPr>
          <a:xfrm>
            <a:off x="3660091" y="1990470"/>
            <a:ext cx="5240218" cy="3771225"/>
            <a:chOff x="3715852" y="2940308"/>
            <a:chExt cx="5240218" cy="3771225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58CDE6F7-D5F6-9049-92BA-F87962723D14}"/>
                </a:ext>
              </a:extLst>
            </p:cNvPr>
            <p:cNvGrpSpPr/>
            <p:nvPr userDrawn="1"/>
          </p:nvGrpSpPr>
          <p:grpSpPr>
            <a:xfrm>
              <a:off x="3715852" y="2940308"/>
              <a:ext cx="5240218" cy="3430270"/>
              <a:chOff x="463888" y="472115"/>
              <a:chExt cx="5240218" cy="3430270"/>
            </a:xfrm>
          </p:grpSpPr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3D8D03B1-E624-0047-B06A-54A5F6FDA860}"/>
                  </a:ext>
                </a:extLst>
              </p:cNvPr>
              <p:cNvGrpSpPr/>
              <p:nvPr userDrawn="1"/>
            </p:nvGrpSpPr>
            <p:grpSpPr>
              <a:xfrm>
                <a:off x="463888" y="1027481"/>
                <a:ext cx="1550141" cy="1599563"/>
                <a:chOff x="463888" y="1027481"/>
                <a:chExt cx="1550141" cy="1599563"/>
              </a:xfrm>
            </p:grpSpPr>
            <p:cxnSp>
              <p:nvCxnSpPr>
                <p:cNvPr id="108" name="Straight Connector 107">
                  <a:extLst>
                    <a:ext uri="{FF2B5EF4-FFF2-40B4-BE49-F238E27FC236}">
                      <a16:creationId xmlns:a16="http://schemas.microsoft.com/office/drawing/2014/main" id="{A40C80F5-8F60-484E-AE50-4EE48AB2211A}"/>
                    </a:ext>
                  </a:extLst>
                </p:cNvPr>
                <p:cNvCxnSpPr/>
                <p:nvPr userDrawn="1"/>
              </p:nvCxnSpPr>
              <p:spPr>
                <a:xfrm flipV="1">
                  <a:off x="1189407" y="1615670"/>
                  <a:ext cx="0" cy="563765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9" name="Freeform 108">
                  <a:extLst>
                    <a:ext uri="{FF2B5EF4-FFF2-40B4-BE49-F238E27FC236}">
                      <a16:creationId xmlns:a16="http://schemas.microsoft.com/office/drawing/2014/main" id="{53455606-1D26-D048-9972-083E3365D814}"/>
                    </a:ext>
                  </a:extLst>
                </p:cNvPr>
                <p:cNvSpPr/>
                <p:nvPr userDrawn="1"/>
              </p:nvSpPr>
              <p:spPr>
                <a:xfrm>
                  <a:off x="578246" y="2111989"/>
                  <a:ext cx="1435783" cy="515055"/>
                </a:xfrm>
                <a:custGeom>
                  <a:avLst/>
                  <a:gdLst>
                    <a:gd name="connsiteX0" fmla="*/ 0 w 1896941"/>
                    <a:gd name="connsiteY0" fmla="*/ 0 h 758776"/>
                    <a:gd name="connsiteX1" fmla="*/ 1517553 w 1896941"/>
                    <a:gd name="connsiteY1" fmla="*/ 0 h 758776"/>
                    <a:gd name="connsiteX2" fmla="*/ 1896941 w 1896941"/>
                    <a:gd name="connsiteY2" fmla="*/ 379388 h 758776"/>
                    <a:gd name="connsiteX3" fmla="*/ 1517553 w 1896941"/>
                    <a:gd name="connsiteY3" fmla="*/ 758776 h 758776"/>
                    <a:gd name="connsiteX4" fmla="*/ 0 w 1896941"/>
                    <a:gd name="connsiteY4" fmla="*/ 758776 h 758776"/>
                    <a:gd name="connsiteX5" fmla="*/ 379388 w 1896941"/>
                    <a:gd name="connsiteY5" fmla="*/ 379388 h 758776"/>
                    <a:gd name="connsiteX6" fmla="*/ 0 w 1896941"/>
                    <a:gd name="connsiteY6" fmla="*/ 0 h 7587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96941" h="758776">
                      <a:moveTo>
                        <a:pt x="0" y="0"/>
                      </a:moveTo>
                      <a:lnTo>
                        <a:pt x="1517553" y="0"/>
                      </a:lnTo>
                      <a:lnTo>
                        <a:pt x="1896941" y="379388"/>
                      </a:lnTo>
                      <a:lnTo>
                        <a:pt x="1517553" y="758776"/>
                      </a:lnTo>
                      <a:lnTo>
                        <a:pt x="0" y="758776"/>
                      </a:lnTo>
                      <a:lnTo>
                        <a:pt x="379388" y="37938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11405" tIns="88011" rIns="423394" bIns="88011" numCol="1" spcCol="1270" anchor="ctr" anchorCtr="0">
                  <a:normAutofit/>
                </a:bodyPr>
                <a:lstStyle/>
                <a:p>
                  <a:pPr marL="0" lvl="0" indent="0" algn="ctr" defTabSz="14668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sz="1400" kern="1200" dirty="0"/>
                    <a:t>1955</a:t>
                  </a:r>
                </a:p>
              </p:txBody>
            </p:sp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8187F6FB-9584-1549-BEC4-3B6162465102}"/>
                    </a:ext>
                  </a:extLst>
                </p:cNvPr>
                <p:cNvSpPr txBox="1"/>
                <p:nvPr userDrawn="1"/>
              </p:nvSpPr>
              <p:spPr>
                <a:xfrm>
                  <a:off x="463888" y="1027481"/>
                  <a:ext cx="1481791" cy="92333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tx1"/>
                </a:solidFill>
                <a:ln w="25400">
                  <a:solidFill>
                    <a:schemeClr val="accent1"/>
                  </a:solidFill>
                </a:ln>
              </p:spPr>
              <p:txBody>
                <a:bodyPr wrap="square" tIns="91440" bIns="91440" rtlCol="0" anchor="b" anchorCtr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1200" i="0" dirty="0" err="1">
                      <a:solidFill>
                        <a:schemeClr val="bg1"/>
                      </a:solidFill>
                    </a:rPr>
                    <a:t>Sed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diam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nonummy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nibh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euismod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tincidunt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ut</a:t>
                  </a:r>
                  <a:r>
                    <a:rPr lang="en-US" sz="1200" i="1" dirty="0" err="1">
                      <a:solidFill>
                        <a:schemeClr val="bg1"/>
                      </a:solidFill>
                    </a:rPr>
                    <a:t>.</a:t>
                  </a:r>
                  <a:endParaRPr lang="en-US" sz="1200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667C2DFC-5EB2-D143-80A6-DDFAB88A4F94}"/>
                  </a:ext>
                </a:extLst>
              </p:cNvPr>
              <p:cNvGrpSpPr/>
              <p:nvPr userDrawn="1"/>
            </p:nvGrpSpPr>
            <p:grpSpPr>
              <a:xfrm>
                <a:off x="2908205" y="472115"/>
                <a:ext cx="1551795" cy="2154493"/>
                <a:chOff x="2908205" y="472115"/>
                <a:chExt cx="1551795" cy="2154493"/>
              </a:xfrm>
            </p:grpSpPr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773C6214-243E-AF41-BDA8-25A106B7E696}"/>
                    </a:ext>
                  </a:extLst>
                </p:cNvPr>
                <p:cNvCxnSpPr/>
                <p:nvPr userDrawn="1"/>
              </p:nvCxnSpPr>
              <p:spPr>
                <a:xfrm flipV="1">
                  <a:off x="3644995" y="1706193"/>
                  <a:ext cx="0" cy="563765"/>
                </a:xfrm>
                <a:prstGeom prst="line">
                  <a:avLst/>
                </a:prstGeom>
                <a:ln w="25400">
                  <a:solidFill>
                    <a:schemeClr val="accent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6" name="Freeform 105">
                  <a:extLst>
                    <a:ext uri="{FF2B5EF4-FFF2-40B4-BE49-F238E27FC236}">
                      <a16:creationId xmlns:a16="http://schemas.microsoft.com/office/drawing/2014/main" id="{2A0264E8-5F46-7249-A81A-EDDA2024ED95}"/>
                    </a:ext>
                  </a:extLst>
                </p:cNvPr>
                <p:cNvSpPr/>
                <p:nvPr/>
              </p:nvSpPr>
              <p:spPr>
                <a:xfrm>
                  <a:off x="3024217" y="2111553"/>
                  <a:ext cx="1435783" cy="515055"/>
                </a:xfrm>
                <a:custGeom>
                  <a:avLst/>
                  <a:gdLst>
                    <a:gd name="connsiteX0" fmla="*/ 0 w 1896941"/>
                    <a:gd name="connsiteY0" fmla="*/ 0 h 758776"/>
                    <a:gd name="connsiteX1" fmla="*/ 1517553 w 1896941"/>
                    <a:gd name="connsiteY1" fmla="*/ 0 h 758776"/>
                    <a:gd name="connsiteX2" fmla="*/ 1896941 w 1896941"/>
                    <a:gd name="connsiteY2" fmla="*/ 379388 h 758776"/>
                    <a:gd name="connsiteX3" fmla="*/ 1517553 w 1896941"/>
                    <a:gd name="connsiteY3" fmla="*/ 758776 h 758776"/>
                    <a:gd name="connsiteX4" fmla="*/ 0 w 1896941"/>
                    <a:gd name="connsiteY4" fmla="*/ 758776 h 758776"/>
                    <a:gd name="connsiteX5" fmla="*/ 379388 w 1896941"/>
                    <a:gd name="connsiteY5" fmla="*/ 379388 h 758776"/>
                    <a:gd name="connsiteX6" fmla="*/ 0 w 1896941"/>
                    <a:gd name="connsiteY6" fmla="*/ 0 h 7587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96941" h="758776">
                      <a:moveTo>
                        <a:pt x="0" y="0"/>
                      </a:moveTo>
                      <a:lnTo>
                        <a:pt x="1517553" y="0"/>
                      </a:lnTo>
                      <a:lnTo>
                        <a:pt x="1896941" y="379388"/>
                      </a:lnTo>
                      <a:lnTo>
                        <a:pt x="1517553" y="758776"/>
                      </a:lnTo>
                      <a:lnTo>
                        <a:pt x="0" y="758776"/>
                      </a:lnTo>
                      <a:lnTo>
                        <a:pt x="379388" y="37938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11405" tIns="91440" rIns="423394" bIns="91440" numCol="1" spcCol="1270" anchor="ctr" anchorCtr="0">
                  <a:normAutofit/>
                </a:bodyPr>
                <a:lstStyle/>
                <a:p>
                  <a:pPr marL="0" lvl="0" indent="0" algn="ctr" defTabSz="14668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sz="1400" kern="1200" dirty="0"/>
                    <a:t>1984</a:t>
                  </a:r>
                </a:p>
              </p:txBody>
            </p:sp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9B5B8F6D-B23B-154C-9875-0842B5901A11}"/>
                    </a:ext>
                  </a:extLst>
                </p:cNvPr>
                <p:cNvSpPr txBox="1"/>
                <p:nvPr userDrawn="1"/>
              </p:nvSpPr>
              <p:spPr>
                <a:xfrm>
                  <a:off x="2908205" y="472115"/>
                  <a:ext cx="1478165" cy="1477328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tx1"/>
                </a:solidFill>
                <a:ln w="25400">
                  <a:solidFill>
                    <a:schemeClr val="accent3"/>
                  </a:solidFill>
                </a:ln>
              </p:spPr>
              <p:txBody>
                <a:bodyPr wrap="square" tIns="91440" bIns="91440" rtlCol="0" anchor="b" anchorCtr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1200" i="0" dirty="0">
                      <a:solidFill>
                        <a:schemeClr val="bg1"/>
                      </a:solidFill>
                    </a:rPr>
                    <a:t>Lorem ipsum dolor sit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amet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,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consectetuer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adipiscing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elit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,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sed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diam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nonummy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nibh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euismod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tincidunt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ut</a:t>
                  </a:r>
                  <a:r>
                    <a:rPr lang="en-US" sz="1200" i="1" dirty="0" err="1">
                      <a:solidFill>
                        <a:schemeClr val="bg1"/>
                      </a:solidFill>
                    </a:rPr>
                    <a:t>.</a:t>
                  </a:r>
                  <a:endParaRPr lang="en-US" sz="1200" i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E2B98CA7-74BB-DE48-BD20-137F01D8C47E}"/>
                  </a:ext>
                </a:extLst>
              </p:cNvPr>
              <p:cNvGrpSpPr/>
              <p:nvPr userDrawn="1"/>
            </p:nvGrpSpPr>
            <p:grpSpPr>
              <a:xfrm>
                <a:off x="1713069" y="2111118"/>
                <a:ext cx="1523945" cy="1791267"/>
                <a:chOff x="1713069" y="2111118"/>
                <a:chExt cx="1523945" cy="1791267"/>
              </a:xfrm>
            </p:grpSpPr>
            <p:sp>
              <p:nvSpPr>
                <p:cNvPr id="102" name="Freeform 101">
                  <a:extLst>
                    <a:ext uri="{FF2B5EF4-FFF2-40B4-BE49-F238E27FC236}">
                      <a16:creationId xmlns:a16="http://schemas.microsoft.com/office/drawing/2014/main" id="{5BFA309D-4C63-C643-9A28-A2B7B05EBB9F}"/>
                    </a:ext>
                  </a:extLst>
                </p:cNvPr>
                <p:cNvSpPr/>
                <p:nvPr/>
              </p:nvSpPr>
              <p:spPr>
                <a:xfrm>
                  <a:off x="1801231" y="2111118"/>
                  <a:ext cx="1435783" cy="515055"/>
                </a:xfrm>
                <a:custGeom>
                  <a:avLst/>
                  <a:gdLst>
                    <a:gd name="connsiteX0" fmla="*/ 0 w 1896941"/>
                    <a:gd name="connsiteY0" fmla="*/ 0 h 758776"/>
                    <a:gd name="connsiteX1" fmla="*/ 1517553 w 1896941"/>
                    <a:gd name="connsiteY1" fmla="*/ 0 h 758776"/>
                    <a:gd name="connsiteX2" fmla="*/ 1896941 w 1896941"/>
                    <a:gd name="connsiteY2" fmla="*/ 379388 h 758776"/>
                    <a:gd name="connsiteX3" fmla="*/ 1517553 w 1896941"/>
                    <a:gd name="connsiteY3" fmla="*/ 758776 h 758776"/>
                    <a:gd name="connsiteX4" fmla="*/ 0 w 1896941"/>
                    <a:gd name="connsiteY4" fmla="*/ 758776 h 758776"/>
                    <a:gd name="connsiteX5" fmla="*/ 379388 w 1896941"/>
                    <a:gd name="connsiteY5" fmla="*/ 379388 h 758776"/>
                    <a:gd name="connsiteX6" fmla="*/ 0 w 1896941"/>
                    <a:gd name="connsiteY6" fmla="*/ 0 h 7587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96941" h="758776">
                      <a:moveTo>
                        <a:pt x="0" y="0"/>
                      </a:moveTo>
                      <a:lnTo>
                        <a:pt x="1517553" y="0"/>
                      </a:lnTo>
                      <a:lnTo>
                        <a:pt x="1896941" y="379388"/>
                      </a:lnTo>
                      <a:lnTo>
                        <a:pt x="1517553" y="758776"/>
                      </a:lnTo>
                      <a:lnTo>
                        <a:pt x="0" y="758776"/>
                      </a:lnTo>
                      <a:lnTo>
                        <a:pt x="379388" y="37938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11405" tIns="88011" rIns="423394" bIns="88011" numCol="1" spcCol="1270" anchor="ctr" anchorCtr="0">
                  <a:normAutofit/>
                </a:bodyPr>
                <a:lstStyle/>
                <a:p>
                  <a:pPr marL="0" lvl="0" indent="0" algn="ctr" defTabSz="14668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sz="1400" kern="1200" dirty="0"/>
                    <a:t>1972</a:t>
                  </a:r>
                </a:p>
              </p:txBody>
            </p:sp>
            <p:cxnSp>
              <p:nvCxnSpPr>
                <p:cNvPr id="103" name="Straight Connector 102">
                  <a:extLst>
                    <a:ext uri="{FF2B5EF4-FFF2-40B4-BE49-F238E27FC236}">
                      <a16:creationId xmlns:a16="http://schemas.microsoft.com/office/drawing/2014/main" id="{2D132095-D946-7847-9B07-A29908A2586C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V="1">
                  <a:off x="2446901" y="2503716"/>
                  <a:ext cx="1812" cy="413278"/>
                </a:xfrm>
                <a:prstGeom prst="line">
                  <a:avLst/>
                </a:prstGeom>
                <a:ln w="254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266F871E-4BD2-1540-ABDE-A74A5E591D62}"/>
                    </a:ext>
                  </a:extLst>
                </p:cNvPr>
                <p:cNvSpPr txBox="1"/>
                <p:nvPr userDrawn="1"/>
              </p:nvSpPr>
              <p:spPr>
                <a:xfrm>
                  <a:off x="1713069" y="2794389"/>
                  <a:ext cx="1478165" cy="1107996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tx1"/>
                </a:solidFill>
                <a:ln w="25400">
                  <a:solidFill>
                    <a:schemeClr val="accent2"/>
                  </a:solidFill>
                </a:ln>
              </p:spPr>
              <p:txBody>
                <a:bodyPr wrap="square" tIns="91440" bIns="9144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1200" i="0" dirty="0" err="1">
                      <a:solidFill>
                        <a:schemeClr val="bg1"/>
                      </a:solidFill>
                    </a:rPr>
                    <a:t>Amet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 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consectetuer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adipiscing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elit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,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sed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diam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nonummy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nibh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euismod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.</a:t>
                  </a:r>
                  <a:endParaRPr lang="en-US" sz="1200" i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5995D9B4-30FF-AE49-BB54-537B182B9184}"/>
                  </a:ext>
                </a:extLst>
              </p:cNvPr>
              <p:cNvGrpSpPr/>
              <p:nvPr userDrawn="1"/>
            </p:nvGrpSpPr>
            <p:grpSpPr>
              <a:xfrm>
                <a:off x="4208763" y="2110683"/>
                <a:ext cx="1495343" cy="1422369"/>
                <a:chOff x="4208763" y="2110683"/>
                <a:chExt cx="1495343" cy="1422369"/>
              </a:xfrm>
            </p:grpSpPr>
            <p:cxnSp>
              <p:nvCxnSpPr>
                <p:cNvPr id="99" name="Straight Connector 98">
                  <a:extLst>
                    <a:ext uri="{FF2B5EF4-FFF2-40B4-BE49-F238E27FC236}">
                      <a16:creationId xmlns:a16="http://schemas.microsoft.com/office/drawing/2014/main" id="{2F8436A3-E735-D046-8F9C-C21351E3A898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V="1">
                  <a:off x="4943740" y="2552990"/>
                  <a:ext cx="1812" cy="413278"/>
                </a:xfrm>
                <a:prstGeom prst="line">
                  <a:avLst/>
                </a:prstGeom>
                <a:ln w="254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0" name="Freeform 99">
                  <a:extLst>
                    <a:ext uri="{FF2B5EF4-FFF2-40B4-BE49-F238E27FC236}">
                      <a16:creationId xmlns:a16="http://schemas.microsoft.com/office/drawing/2014/main" id="{22303630-1253-EF4B-BDFB-7AFDEF29A5AF}"/>
                    </a:ext>
                  </a:extLst>
                </p:cNvPr>
                <p:cNvSpPr/>
                <p:nvPr userDrawn="1"/>
              </p:nvSpPr>
              <p:spPr>
                <a:xfrm>
                  <a:off x="4247201" y="2110683"/>
                  <a:ext cx="1456905" cy="515055"/>
                </a:xfrm>
                <a:custGeom>
                  <a:avLst/>
                  <a:gdLst>
                    <a:gd name="connsiteX0" fmla="*/ 0 w 1896941"/>
                    <a:gd name="connsiteY0" fmla="*/ 0 h 758776"/>
                    <a:gd name="connsiteX1" fmla="*/ 1517553 w 1896941"/>
                    <a:gd name="connsiteY1" fmla="*/ 0 h 758776"/>
                    <a:gd name="connsiteX2" fmla="*/ 1896941 w 1896941"/>
                    <a:gd name="connsiteY2" fmla="*/ 379388 h 758776"/>
                    <a:gd name="connsiteX3" fmla="*/ 1517553 w 1896941"/>
                    <a:gd name="connsiteY3" fmla="*/ 758776 h 758776"/>
                    <a:gd name="connsiteX4" fmla="*/ 0 w 1896941"/>
                    <a:gd name="connsiteY4" fmla="*/ 758776 h 758776"/>
                    <a:gd name="connsiteX5" fmla="*/ 379388 w 1896941"/>
                    <a:gd name="connsiteY5" fmla="*/ 379388 h 758776"/>
                    <a:gd name="connsiteX6" fmla="*/ 0 w 1896941"/>
                    <a:gd name="connsiteY6" fmla="*/ 0 h 7587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96941" h="758776">
                      <a:moveTo>
                        <a:pt x="0" y="0"/>
                      </a:moveTo>
                      <a:lnTo>
                        <a:pt x="1517553" y="0"/>
                      </a:lnTo>
                      <a:lnTo>
                        <a:pt x="1896941" y="379388"/>
                      </a:lnTo>
                      <a:lnTo>
                        <a:pt x="1517553" y="758776"/>
                      </a:lnTo>
                      <a:lnTo>
                        <a:pt x="0" y="758776"/>
                      </a:lnTo>
                      <a:lnTo>
                        <a:pt x="379388" y="37938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11405" tIns="91440" rIns="423394" bIns="91440" numCol="1" spcCol="1270" anchor="ctr" anchorCtr="0">
                  <a:normAutofit/>
                </a:bodyPr>
                <a:lstStyle/>
                <a:p>
                  <a:pPr marL="0" lvl="0" indent="0" algn="ctr" defTabSz="14668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sz="1400" kern="1200" dirty="0"/>
                    <a:t>2004</a:t>
                  </a:r>
                </a:p>
              </p:txBody>
            </p:sp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17B77419-77C1-6E4D-90C9-ABDEEEC3090D}"/>
                    </a:ext>
                  </a:extLst>
                </p:cNvPr>
                <p:cNvSpPr txBox="1"/>
                <p:nvPr userDrawn="1"/>
              </p:nvSpPr>
              <p:spPr>
                <a:xfrm>
                  <a:off x="4208763" y="2794388"/>
                  <a:ext cx="1478165" cy="738664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tx1"/>
                </a:solidFill>
                <a:ln w="25400">
                  <a:solidFill>
                    <a:schemeClr val="accent4"/>
                  </a:solidFill>
                </a:ln>
              </p:spPr>
              <p:txBody>
                <a:bodyPr wrap="square" tIns="91440" bIns="9144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1200" i="0" dirty="0" err="1">
                      <a:solidFill>
                        <a:schemeClr val="bg1"/>
                      </a:solidFill>
                    </a:rPr>
                    <a:t>Diam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nonummy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nibh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euismod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tincidunt</a:t>
                  </a:r>
                  <a:r>
                    <a:rPr lang="en-US" sz="1200" i="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200" i="0" dirty="0" err="1">
                      <a:solidFill>
                        <a:schemeClr val="bg1"/>
                      </a:solidFill>
                    </a:rPr>
                    <a:t>ut</a:t>
                  </a:r>
                  <a:r>
                    <a:rPr lang="en-US" sz="1200" i="1" dirty="0" err="1">
                      <a:solidFill>
                        <a:schemeClr val="bg1"/>
                      </a:solidFill>
                    </a:rPr>
                    <a:t>.</a:t>
                  </a:r>
                  <a:endParaRPr lang="en-US" sz="1200" i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D4F6A910-4E09-8749-A5CC-4162EBF56AA9}"/>
                </a:ext>
              </a:extLst>
            </p:cNvPr>
            <p:cNvSpPr txBox="1"/>
            <p:nvPr userDrawn="1"/>
          </p:nvSpPr>
          <p:spPr>
            <a:xfrm>
              <a:off x="5250183" y="6311423"/>
              <a:ext cx="217155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Time Line Example</a:t>
              </a:r>
            </a:p>
          </p:txBody>
        </p:sp>
      </p:grpSp>
      <p:sp>
        <p:nvSpPr>
          <p:cNvPr id="111" name="Title Placeholder 1">
            <a:extLst>
              <a:ext uri="{FF2B5EF4-FFF2-40B4-BE49-F238E27FC236}">
                <a16:creationId xmlns:a16="http://schemas.microsoft.com/office/drawing/2014/main" id="{1DA7E8DA-C3A8-5640-BE9B-1A6451C8F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132" y="140168"/>
            <a:ext cx="11254683" cy="486287"/>
          </a:xfrm>
          <a:prstGeom prst="rect">
            <a:avLst/>
          </a:prstGeom>
          <a:noFill/>
        </p:spPr>
        <p:txBody>
          <a:bodyPr vert="horz" wrap="square" lIns="91440" tIns="45720" rIns="91440" bIns="0" rtlCol="0" anchor="ctr" anchorCtr="0">
            <a:normAutofit/>
          </a:bodyPr>
          <a:lstStyle>
            <a:lvl1pPr>
              <a:defRPr sz="3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14323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B6056AED-17B4-2E42-AE05-EDA29DAE8A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3276" y="2431102"/>
            <a:ext cx="7045448" cy="1676322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>
            <a:lvl1pPr algn="ctr">
              <a:lnSpc>
                <a:spcPct val="100000"/>
              </a:lnSpc>
              <a:defRPr sz="4000" b="1" i="0" cap="none" spc="2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defRPr>
            </a:lvl1pPr>
          </a:lstStyle>
          <a:p>
            <a:r>
              <a:rPr lang="en-US" dirty="0"/>
              <a:t>You have reached the end of this presentation.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65298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5713" y="1597794"/>
            <a:ext cx="10711543" cy="4620126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F73893-3AA6-5049-ADB8-599633635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176" y="230654"/>
            <a:ext cx="1071954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custDataLst>
      <p:tags r:id="rId13"/>
    </p:custDataLst>
    <p:extLst>
      <p:ext uri="{BB962C8B-B14F-4D97-AF65-F5344CB8AC3E}">
        <p14:creationId xmlns:p14="http://schemas.microsoft.com/office/powerpoint/2010/main" val="1690184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2" r:id="rId1"/>
    <p:sldLayoutId id="2147483958" r:id="rId2"/>
    <p:sldLayoutId id="2147483991" r:id="rId3"/>
    <p:sldLayoutId id="2147483992" r:id="rId4"/>
    <p:sldLayoutId id="2147483993" r:id="rId5"/>
    <p:sldLayoutId id="2147483994" r:id="rId6"/>
    <p:sldLayoutId id="2147483995" r:id="rId7"/>
    <p:sldLayoutId id="2147483996" r:id="rId8"/>
    <p:sldLayoutId id="2147483997" r:id="rId9"/>
    <p:sldLayoutId id="2147483998" r:id="rId10"/>
    <p:sldLayoutId id="214748396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i="0" kern="1200" cap="none" spc="1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b="0" i="0" kern="1200">
          <a:solidFill>
            <a:schemeClr val="tx1"/>
          </a:solidFill>
          <a:latin typeface="Arial Regular"/>
          <a:ea typeface="+mn-ea"/>
          <a:cs typeface="Calibri" panose="020F0502020204030204" pitchFamily="34" charset="0"/>
        </a:defRPr>
      </a:lvl1pPr>
      <a:lvl2pPr marL="413766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FFFF00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 Regular"/>
          <a:ea typeface="+mn-ea"/>
          <a:cs typeface="Calibri" panose="020F0502020204030204" pitchFamily="34" charset="0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Tx/>
        <a:buFont typeface="Arial" panose="020B0604020202020204" pitchFamily="34" charset="0"/>
        <a:buChar char="◦"/>
        <a:defRPr sz="1400" b="0" i="0" kern="1200">
          <a:solidFill>
            <a:schemeClr val="tx1"/>
          </a:solidFill>
          <a:latin typeface="Arial Regular"/>
          <a:ea typeface="+mn-ea"/>
          <a:cs typeface="Calibri" panose="020F0502020204030204" pitchFamily="34" charset="0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 3" pitchFamily="18" charset="2"/>
        <a:buChar char=""/>
        <a:defRPr sz="1400" b="0" i="0" kern="1200">
          <a:solidFill>
            <a:schemeClr val="tx1"/>
          </a:solidFill>
          <a:latin typeface="Arial Regular"/>
          <a:ea typeface="+mn-ea"/>
          <a:cs typeface="Calibri" panose="020F0502020204030204" pitchFamily="34" charset="0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Calibri" panose="020F0502020204030204" pitchFamily="34" charset="0"/>
        <a:buChar char="−"/>
        <a:defRPr sz="1400" b="0" i="0" kern="1200">
          <a:solidFill>
            <a:schemeClr val="tx1"/>
          </a:solidFill>
          <a:latin typeface="Arial Regular"/>
          <a:ea typeface="+mn-ea"/>
          <a:cs typeface="Calibri" panose="020F0502020204030204" pitchFamily="34" charset="0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1.svg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9.png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5B473EA-B965-6B4C-8F03-AE3659926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224" y="1526826"/>
            <a:ext cx="10719547" cy="791967"/>
          </a:xfrm>
        </p:spPr>
        <p:txBody>
          <a:bodyPr>
            <a:normAutofit fontScale="90000"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Best-First Searches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1072855-A749-47F6-A57A-D2F250C90E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71600" y="2440243"/>
            <a:ext cx="8942660" cy="2235665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59816F-7859-416B-ABF9-26BC126553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Criteria-Based Solutions</a:t>
            </a:r>
          </a:p>
        </p:txBody>
      </p:sp>
    </p:spTree>
    <p:extLst>
      <p:ext uri="{BB962C8B-B14F-4D97-AF65-F5344CB8AC3E}">
        <p14:creationId xmlns:p14="http://schemas.microsoft.com/office/powerpoint/2010/main" val="2221637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Line 5">
            <a:extLst>
              <a:ext uri="{FF2B5EF4-FFF2-40B4-BE49-F238E27FC236}">
                <a16:creationId xmlns:a16="http://schemas.microsoft.com/office/drawing/2014/main" id="{91BDD27F-148B-4402-B9DE-C82FFE1AD8C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014036" y="3117624"/>
            <a:ext cx="3360904" cy="810090"/>
          </a:xfrm>
          <a:prstGeom prst="line">
            <a:avLst/>
          </a:prstGeom>
          <a:noFill/>
          <a:ln w="38100">
            <a:solidFill>
              <a:schemeClr val="bg1">
                <a:lumMod val="65000"/>
              </a:schemeClr>
            </a:solidFill>
            <a:prstDash val="sysDot"/>
            <a:round/>
            <a:headEnd/>
            <a:tailEnd/>
          </a:ln>
          <a:effectLst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defRPr/>
            </a:pPr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107" name="Line 5">
            <a:extLst>
              <a:ext uri="{FF2B5EF4-FFF2-40B4-BE49-F238E27FC236}">
                <a16:creationId xmlns:a16="http://schemas.microsoft.com/office/drawing/2014/main" id="{46739C70-C6EF-44A6-8ABA-09C39BCC6F4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24232" y="3109950"/>
            <a:ext cx="1589806" cy="803681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defRPr/>
            </a:pPr>
            <a:endParaRPr lang="en-US" sz="2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108" name="Line 5">
            <a:extLst>
              <a:ext uri="{FF2B5EF4-FFF2-40B4-BE49-F238E27FC236}">
                <a16:creationId xmlns:a16="http://schemas.microsoft.com/office/drawing/2014/main" id="{5637602B-F9D6-4DB9-960F-0A6B4C5ED45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714036" y="3102438"/>
            <a:ext cx="1592589" cy="80368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defRPr/>
            </a:pPr>
            <a:endParaRPr lang="en-US" sz="2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109" name="Line 5">
            <a:extLst>
              <a:ext uri="{FF2B5EF4-FFF2-40B4-BE49-F238E27FC236}">
                <a16:creationId xmlns:a16="http://schemas.microsoft.com/office/drawing/2014/main" id="{23371314-D356-47D5-B79E-801891F4D6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14037" y="3125138"/>
            <a:ext cx="1699998" cy="6445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defRPr/>
            </a:pPr>
            <a:endParaRPr lang="en-US" sz="2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110" name="Line 5">
            <a:extLst>
              <a:ext uri="{FF2B5EF4-FFF2-40B4-BE49-F238E27FC236}">
                <a16:creationId xmlns:a16="http://schemas.microsoft.com/office/drawing/2014/main" id="{53E74239-F87F-4BFE-B3E4-BADC6FAA0F9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434612" y="3927719"/>
            <a:ext cx="2481611" cy="165232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defRPr/>
            </a:pPr>
            <a:endParaRPr lang="en-US" sz="2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111" name="Line 5">
            <a:extLst>
              <a:ext uri="{FF2B5EF4-FFF2-40B4-BE49-F238E27FC236}">
                <a16:creationId xmlns:a16="http://schemas.microsoft.com/office/drawing/2014/main" id="{A2DC7475-15F1-48FA-B6B9-2699FE80900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93331" y="3919432"/>
            <a:ext cx="2481612" cy="1660609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defRPr/>
            </a:pPr>
            <a:endParaRPr lang="en-US" sz="2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87047" name="Rectangle 7">
            <a:extLst>
              <a:ext uri="{FF2B5EF4-FFF2-40B4-BE49-F238E27FC236}">
                <a16:creationId xmlns:a16="http://schemas.microsoft.com/office/drawing/2014/main" id="{0DA622C4-9F33-4784-B6AD-C2CE13700FCE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1981200" y="88056"/>
            <a:ext cx="8229600" cy="791886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Greedy Best-First Search</a:t>
            </a:r>
          </a:p>
        </p:txBody>
      </p:sp>
      <p:sp>
        <p:nvSpPr>
          <p:cNvPr id="87048" name="Rectangle 8">
            <a:extLst>
              <a:ext uri="{FF2B5EF4-FFF2-40B4-BE49-F238E27FC236}">
                <a16:creationId xmlns:a16="http://schemas.microsoft.com/office/drawing/2014/main" id="{9F37CEDC-5516-4BD6-9E49-453B98EDE4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579" y="882773"/>
            <a:ext cx="12006841" cy="493696"/>
          </a:xfrm>
        </p:spPr>
        <p:txBody>
          <a:bodyPr>
            <a:noAutofit/>
          </a:bodyPr>
          <a:lstStyle/>
          <a:p>
            <a:pPr marL="0" algn="ctr">
              <a:lnSpc>
                <a:spcPct val="80000"/>
              </a:lnSpc>
              <a:buNone/>
              <a:defRPr/>
            </a:pPr>
            <a:r>
              <a:rPr lang="en-US" sz="2500" b="1" dirty="0">
                <a:solidFill>
                  <a:srgbClr val="00FF00"/>
                </a:solidFill>
              </a:rPr>
              <a:t>Greedy Best-First Search</a:t>
            </a:r>
            <a:r>
              <a:rPr lang="en-US" sz="2500" dirty="0"/>
              <a:t> sorts according to estimate of cost ahead, calculated via </a:t>
            </a:r>
            <a:r>
              <a:rPr lang="en-US" sz="2500" b="1" i="1" dirty="0">
                <a:solidFill>
                  <a:srgbClr val="00FF00"/>
                </a:solidFill>
              </a:rPr>
              <a:t>heuristic</a:t>
            </a:r>
            <a:r>
              <a:rPr lang="en-US" sz="2500" dirty="0"/>
              <a:t>.</a:t>
            </a:r>
          </a:p>
          <a:p>
            <a:pPr marL="0" algn="ctr">
              <a:lnSpc>
                <a:spcPct val="80000"/>
              </a:lnSpc>
              <a:buNone/>
              <a:defRPr/>
            </a:pPr>
            <a:endParaRPr lang="en-US" sz="2500" dirty="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42DEFC46-80DE-4A1A-A840-45707557B3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636154" y="5318091"/>
            <a:ext cx="521631" cy="521631"/>
          </a:xfrm>
          <a:prstGeom prst="ellipse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0" tIns="0" rIns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/>
            <a:r>
              <a:rPr lang="en-US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C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9CC527CB-29DF-492F-B84F-E7C06BDEAC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114126" y="3659860"/>
            <a:ext cx="521631" cy="521631"/>
          </a:xfrm>
          <a:prstGeom prst="ellipse">
            <a:avLst/>
          </a:prstGeom>
          <a:solidFill>
            <a:srgbClr val="7030A0"/>
          </a:solidFill>
          <a:ln w="952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0" tIns="0" rIns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/>
            <a:r>
              <a:rPr lang="en-US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D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79681CAE-E7DF-4819-8B34-C1689F7A55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482163" y="2859534"/>
            <a:ext cx="521631" cy="521631"/>
          </a:xfrm>
          <a:prstGeom prst="ellipse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0" tIns="0" rIns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/>
            <a:r>
              <a:rPr lang="en-US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B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E57304C4-7F76-4DFB-A211-F37654EAD01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744461" y="2859534"/>
            <a:ext cx="521631" cy="521631"/>
          </a:xfrm>
          <a:prstGeom prst="ellipse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0" tIns="0" rIns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/>
            <a:r>
              <a:rPr lang="en-US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A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45A6D59-44AA-45D7-90E3-6A2986243BFA}"/>
              </a:ext>
            </a:extLst>
          </p:cNvPr>
          <p:cNvSpPr txBox="1">
            <a:spLocks noChangeAspect="1"/>
          </p:cNvSpPr>
          <p:nvPr/>
        </p:nvSpPr>
        <p:spPr>
          <a:xfrm>
            <a:off x="8548078" y="2683634"/>
            <a:ext cx="6851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FF00"/>
                </a:solidFill>
              </a:rPr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07342D0-FBAC-47BD-B3A7-C1470FA0B27B}"/>
              </a:ext>
            </a:extLst>
          </p:cNvPr>
          <p:cNvSpPr txBox="1">
            <a:spLocks noChangeAspect="1"/>
          </p:cNvSpPr>
          <p:nvPr/>
        </p:nvSpPr>
        <p:spPr>
          <a:xfrm>
            <a:off x="10134741" y="4623867"/>
            <a:ext cx="7224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</a:rPr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73304B8-38E0-4156-98C7-518179C4A859}"/>
              </a:ext>
            </a:extLst>
          </p:cNvPr>
          <p:cNvSpPr txBox="1">
            <a:spLocks noChangeAspect="1"/>
          </p:cNvSpPr>
          <p:nvPr/>
        </p:nvSpPr>
        <p:spPr>
          <a:xfrm>
            <a:off x="10556478" y="3097155"/>
            <a:ext cx="561646" cy="645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</a:rPr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D44E1BA-BE29-480B-95C1-8E6CC5D8CC09}"/>
              </a:ext>
            </a:extLst>
          </p:cNvPr>
          <p:cNvSpPr txBox="1">
            <a:spLocks noChangeAspect="1"/>
          </p:cNvSpPr>
          <p:nvPr/>
        </p:nvSpPr>
        <p:spPr>
          <a:xfrm>
            <a:off x="7282926" y="4623867"/>
            <a:ext cx="6515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</a:rPr>
              <a:t>2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F01B3035-6CFC-461C-9E4B-CFC13A335D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73796" y="3659861"/>
            <a:ext cx="521631" cy="521631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0" tIns="0" rIns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/>
            <a:r>
              <a:rPr lang="en-US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I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E50D37D-20AF-45F8-8B7F-DB8B53EAC2B0}"/>
              </a:ext>
            </a:extLst>
          </p:cNvPr>
          <p:cNvSpPr txBox="1"/>
          <p:nvPr/>
        </p:nvSpPr>
        <p:spPr>
          <a:xfrm>
            <a:off x="6996949" y="5981103"/>
            <a:ext cx="1884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SOLUTION:</a:t>
            </a:r>
          </a:p>
        </p:txBody>
      </p:sp>
      <p:sp>
        <p:nvSpPr>
          <p:cNvPr id="85" name="Rectangle 77">
            <a:extLst>
              <a:ext uri="{FF2B5EF4-FFF2-40B4-BE49-F238E27FC236}">
                <a16:creationId xmlns:a16="http://schemas.microsoft.com/office/drawing/2014/main" id="{AC314EF3-75CC-4054-A339-CAAA610B80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7378" y="6021435"/>
            <a:ext cx="381000" cy="381000"/>
          </a:xfrm>
          <a:prstGeom prst="rect">
            <a:avLst/>
          </a:prstGeom>
          <a:solidFill>
            <a:srgbClr val="0070C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D</a:t>
            </a:r>
          </a:p>
        </p:txBody>
      </p:sp>
      <p:sp>
        <p:nvSpPr>
          <p:cNvPr id="86" name="Rectangle 77">
            <a:extLst>
              <a:ext uri="{FF2B5EF4-FFF2-40B4-BE49-F238E27FC236}">
                <a16:creationId xmlns:a16="http://schemas.microsoft.com/office/drawing/2014/main" id="{27614326-5695-428A-9FF3-204DDE45F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378" y="6021435"/>
            <a:ext cx="381000" cy="381000"/>
          </a:xfrm>
          <a:prstGeom prst="rect">
            <a:avLst/>
          </a:prstGeom>
          <a:solidFill>
            <a:srgbClr val="0070C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B</a:t>
            </a:r>
          </a:p>
        </p:txBody>
      </p:sp>
      <p:sp>
        <p:nvSpPr>
          <p:cNvPr id="87" name="Rectangle 77">
            <a:extLst>
              <a:ext uri="{FF2B5EF4-FFF2-40B4-BE49-F238E27FC236}">
                <a16:creationId xmlns:a16="http://schemas.microsoft.com/office/drawing/2014/main" id="{639FE964-6530-4DEE-88B7-4E2F1DEB1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3036" y="6021435"/>
            <a:ext cx="381000" cy="381000"/>
          </a:xfrm>
          <a:prstGeom prst="rect">
            <a:avLst/>
          </a:prstGeom>
          <a:solidFill>
            <a:srgbClr val="0070C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A</a:t>
            </a:r>
          </a:p>
        </p:txBody>
      </p:sp>
      <p:sp>
        <p:nvSpPr>
          <p:cNvPr id="88" name="Rectangle 77">
            <a:extLst>
              <a:ext uri="{FF2B5EF4-FFF2-40B4-BE49-F238E27FC236}">
                <a16:creationId xmlns:a16="http://schemas.microsoft.com/office/drawing/2014/main" id="{552BDB20-E832-4D86-8E96-77175BB23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2036" y="6021435"/>
            <a:ext cx="381000" cy="381000"/>
          </a:xfrm>
          <a:prstGeom prst="rect">
            <a:avLst/>
          </a:prstGeom>
          <a:solidFill>
            <a:srgbClr val="0070C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I</a:t>
            </a:r>
          </a:p>
        </p:txBody>
      </p:sp>
      <p:sp>
        <p:nvSpPr>
          <p:cNvPr id="89" name="Rectangle 77">
            <a:extLst>
              <a:ext uri="{FF2B5EF4-FFF2-40B4-BE49-F238E27FC236}">
                <a16:creationId xmlns:a16="http://schemas.microsoft.com/office/drawing/2014/main" id="{3788AF13-9AAC-42E2-B684-0905E65386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0780" y="2099224"/>
            <a:ext cx="381000" cy="381000"/>
          </a:xfrm>
          <a:prstGeom prst="rect">
            <a:avLst/>
          </a:prstGeom>
          <a:solidFill>
            <a:srgbClr val="0070C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A</a:t>
            </a:r>
          </a:p>
        </p:txBody>
      </p:sp>
      <p:sp>
        <p:nvSpPr>
          <p:cNvPr id="90" name="Rectangle 77">
            <a:extLst>
              <a:ext uri="{FF2B5EF4-FFF2-40B4-BE49-F238E27FC236}">
                <a16:creationId xmlns:a16="http://schemas.microsoft.com/office/drawing/2014/main" id="{4D82811F-F293-4852-AB12-F19EBE564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3090" y="2100608"/>
            <a:ext cx="381000" cy="381000"/>
          </a:xfrm>
          <a:prstGeom prst="rect">
            <a:avLst/>
          </a:prstGeom>
          <a:solidFill>
            <a:srgbClr val="0070C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B</a:t>
            </a:r>
          </a:p>
        </p:txBody>
      </p:sp>
      <p:sp>
        <p:nvSpPr>
          <p:cNvPr id="91" name="Rectangle 77">
            <a:extLst>
              <a:ext uri="{FF2B5EF4-FFF2-40B4-BE49-F238E27FC236}">
                <a16:creationId xmlns:a16="http://schemas.microsoft.com/office/drawing/2014/main" id="{7D14A727-2DA2-44AD-85DF-5323ADCEC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4263" y="2099224"/>
            <a:ext cx="381000" cy="381000"/>
          </a:xfrm>
          <a:prstGeom prst="rect">
            <a:avLst/>
          </a:prstGeom>
          <a:solidFill>
            <a:srgbClr val="0070C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D</a:t>
            </a:r>
          </a:p>
        </p:txBody>
      </p:sp>
      <p:sp>
        <p:nvSpPr>
          <p:cNvPr id="92" name="Rectangle 77">
            <a:extLst>
              <a:ext uri="{FF2B5EF4-FFF2-40B4-BE49-F238E27FC236}">
                <a16:creationId xmlns:a16="http://schemas.microsoft.com/office/drawing/2014/main" id="{74906C01-0F44-4575-B1D8-56E3F8B7E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2125" y="2099224"/>
            <a:ext cx="381000" cy="381000"/>
          </a:xfrm>
          <a:prstGeom prst="rect">
            <a:avLst/>
          </a:prstGeom>
          <a:solidFill>
            <a:srgbClr val="0070C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I</a:t>
            </a:r>
          </a:p>
        </p:txBody>
      </p:sp>
      <p:sp>
        <p:nvSpPr>
          <p:cNvPr id="93" name="Rectangle 77">
            <a:extLst>
              <a:ext uri="{FF2B5EF4-FFF2-40B4-BE49-F238E27FC236}">
                <a16:creationId xmlns:a16="http://schemas.microsoft.com/office/drawing/2014/main" id="{644F7DC7-E400-4D10-AE3C-A028D51FE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60283" y="2099225"/>
            <a:ext cx="381000" cy="381000"/>
          </a:xfrm>
          <a:prstGeom prst="rect">
            <a:avLst/>
          </a:prstGeom>
          <a:solidFill>
            <a:srgbClr val="0070C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C</a:t>
            </a:r>
          </a:p>
        </p:txBody>
      </p:sp>
      <p:sp>
        <p:nvSpPr>
          <p:cNvPr id="94" name="Line 5">
            <a:extLst>
              <a:ext uri="{FF2B5EF4-FFF2-40B4-BE49-F238E27FC236}">
                <a16:creationId xmlns:a16="http://schemas.microsoft.com/office/drawing/2014/main" id="{907402C9-E6EA-4665-9946-4138CCB8663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879055" y="2062648"/>
            <a:ext cx="45720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defRPr/>
            </a:pPr>
            <a:endParaRPr lang="en-US" sz="2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95" name="Line 5">
            <a:extLst>
              <a:ext uri="{FF2B5EF4-FFF2-40B4-BE49-F238E27FC236}">
                <a16:creationId xmlns:a16="http://schemas.microsoft.com/office/drawing/2014/main" id="{308CE977-FFA1-4151-A1D9-808714DFA65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256717" y="2062648"/>
            <a:ext cx="45720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defRPr/>
            </a:pPr>
            <a:endParaRPr lang="en-US" sz="2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97" name="Line 5">
            <a:extLst>
              <a:ext uri="{FF2B5EF4-FFF2-40B4-BE49-F238E27FC236}">
                <a16:creationId xmlns:a16="http://schemas.microsoft.com/office/drawing/2014/main" id="{1FDDD425-B833-4500-A5F1-18A4903A1BE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644990" y="2064032"/>
            <a:ext cx="45720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defRPr/>
            </a:pPr>
            <a:endParaRPr lang="en-US" sz="2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98" name="Line 5">
            <a:extLst>
              <a:ext uri="{FF2B5EF4-FFF2-40B4-BE49-F238E27FC236}">
                <a16:creationId xmlns:a16="http://schemas.microsoft.com/office/drawing/2014/main" id="{5ECA4F56-0260-41AB-9787-6104EE50DAA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031805" y="2061124"/>
            <a:ext cx="45720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defRPr/>
            </a:pPr>
            <a:endParaRPr lang="en-US" sz="2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99" name="Arc 98">
            <a:extLst>
              <a:ext uri="{FF2B5EF4-FFF2-40B4-BE49-F238E27FC236}">
                <a16:creationId xmlns:a16="http://schemas.microsoft.com/office/drawing/2014/main" id="{0B9FAE5C-4BDB-4BA9-A5BC-E7A71972ECBA}"/>
              </a:ext>
            </a:extLst>
          </p:cNvPr>
          <p:cNvSpPr/>
          <p:nvPr/>
        </p:nvSpPr>
        <p:spPr>
          <a:xfrm rot="18540824">
            <a:off x="8060602" y="1953144"/>
            <a:ext cx="485043" cy="543841"/>
          </a:xfrm>
          <a:prstGeom prst="arc">
            <a:avLst/>
          </a:prstGeom>
          <a:ln w="25400">
            <a:solidFill>
              <a:srgbClr val="00FF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DA1A03D-F231-4E91-B133-7126257C7E9E}"/>
              </a:ext>
            </a:extLst>
          </p:cNvPr>
          <p:cNvSpPr txBox="1"/>
          <p:nvPr/>
        </p:nvSpPr>
        <p:spPr>
          <a:xfrm>
            <a:off x="8325754" y="1360938"/>
            <a:ext cx="1133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Queue</a:t>
            </a:r>
          </a:p>
        </p:txBody>
      </p:sp>
      <p:sp>
        <p:nvSpPr>
          <p:cNvPr id="101" name="Arc 100">
            <a:extLst>
              <a:ext uri="{FF2B5EF4-FFF2-40B4-BE49-F238E27FC236}">
                <a16:creationId xmlns:a16="http://schemas.microsoft.com/office/drawing/2014/main" id="{926A83D3-9A4C-4686-8910-4516F27D03A0}"/>
              </a:ext>
            </a:extLst>
          </p:cNvPr>
          <p:cNvSpPr/>
          <p:nvPr/>
        </p:nvSpPr>
        <p:spPr>
          <a:xfrm rot="5400000" flipV="1">
            <a:off x="8404518" y="1209391"/>
            <a:ext cx="964341" cy="1994649"/>
          </a:xfrm>
          <a:prstGeom prst="arc">
            <a:avLst>
              <a:gd name="adj1" fmla="val 17434069"/>
              <a:gd name="adj2" fmla="val 4129286"/>
            </a:avLst>
          </a:prstGeom>
          <a:ln w="25400">
            <a:solidFill>
              <a:srgbClr val="00FF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Arc 101">
            <a:extLst>
              <a:ext uri="{FF2B5EF4-FFF2-40B4-BE49-F238E27FC236}">
                <a16:creationId xmlns:a16="http://schemas.microsoft.com/office/drawing/2014/main" id="{D2990F33-BCD7-42EC-868E-0BDE534F6DE7}"/>
              </a:ext>
            </a:extLst>
          </p:cNvPr>
          <p:cNvSpPr/>
          <p:nvPr/>
        </p:nvSpPr>
        <p:spPr>
          <a:xfrm rot="18540824">
            <a:off x="8880285" y="1959176"/>
            <a:ext cx="485043" cy="543841"/>
          </a:xfrm>
          <a:prstGeom prst="arc">
            <a:avLst/>
          </a:prstGeom>
          <a:ln w="25400">
            <a:solidFill>
              <a:srgbClr val="00FF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" name="Arc 103">
            <a:extLst>
              <a:ext uri="{FF2B5EF4-FFF2-40B4-BE49-F238E27FC236}">
                <a16:creationId xmlns:a16="http://schemas.microsoft.com/office/drawing/2014/main" id="{FE4ABD06-DBCE-48CF-8992-6227762D9628}"/>
              </a:ext>
            </a:extLst>
          </p:cNvPr>
          <p:cNvSpPr/>
          <p:nvPr/>
        </p:nvSpPr>
        <p:spPr>
          <a:xfrm rot="18509018">
            <a:off x="8591713" y="1860577"/>
            <a:ext cx="504436" cy="915130"/>
          </a:xfrm>
          <a:prstGeom prst="arc">
            <a:avLst>
              <a:gd name="adj1" fmla="val 15973294"/>
              <a:gd name="adj2" fmla="val 19775590"/>
            </a:avLst>
          </a:prstGeom>
          <a:ln w="25400">
            <a:solidFill>
              <a:srgbClr val="00FF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6" name="Picture 51">
            <a:hlinkClick r:id="" action="ppaction://media"/>
            <a:extLst>
              <a:ext uri="{FF2B5EF4-FFF2-40B4-BE49-F238E27FC236}">
                <a16:creationId xmlns:a16="http://schemas.microsoft.com/office/drawing/2014/main" id="{E0119DB6-AE7D-4E81-9CB8-7A2EB1D89656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5757" y="419100"/>
            <a:ext cx="304800" cy="304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3" name="TextBox 112">
            <a:extLst>
              <a:ext uri="{FF2B5EF4-FFF2-40B4-BE49-F238E27FC236}">
                <a16:creationId xmlns:a16="http://schemas.microsoft.com/office/drawing/2014/main" id="{199FE5CD-98DC-455C-851D-587A7E81A682}"/>
              </a:ext>
            </a:extLst>
          </p:cNvPr>
          <p:cNvSpPr txBox="1">
            <a:spLocks noChangeAspect="1"/>
          </p:cNvSpPr>
          <p:nvPr/>
        </p:nvSpPr>
        <p:spPr>
          <a:xfrm>
            <a:off x="6804274" y="3097154"/>
            <a:ext cx="561646" cy="645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</a:rPr>
              <a:t>1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E8457185-6D4D-4FA8-8E9E-E4FFADACD83F}"/>
              </a:ext>
            </a:extLst>
          </p:cNvPr>
          <p:cNvSpPr txBox="1">
            <a:spLocks noChangeAspect="1"/>
          </p:cNvSpPr>
          <p:nvPr/>
        </p:nvSpPr>
        <p:spPr>
          <a:xfrm>
            <a:off x="9314466" y="3503367"/>
            <a:ext cx="808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85000"/>
                  </a:schemeClr>
                </a:solidFill>
              </a:rPr>
              <a:t>1.75</a:t>
            </a:r>
          </a:p>
        </p:txBody>
      </p:sp>
      <p:pic>
        <p:nvPicPr>
          <p:cNvPr id="105" name="Graphic 104">
            <a:extLst>
              <a:ext uri="{FF2B5EF4-FFF2-40B4-BE49-F238E27FC236}">
                <a16:creationId xmlns:a16="http://schemas.microsoft.com/office/drawing/2014/main" id="{E9A1FC62-239F-450B-A309-8E0AC11715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99497" y="3220477"/>
            <a:ext cx="2867025" cy="1362075"/>
          </a:xfrm>
          <a:prstGeom prst="rect">
            <a:avLst/>
          </a:prstGeom>
        </p:spPr>
      </p:pic>
      <p:sp>
        <p:nvSpPr>
          <p:cNvPr id="115" name="Rectangle 3">
            <a:extLst>
              <a:ext uri="{FF2B5EF4-FFF2-40B4-BE49-F238E27FC236}">
                <a16:creationId xmlns:a16="http://schemas.microsoft.com/office/drawing/2014/main" id="{E93B04C8-FE02-44D7-B7A9-E20ACE9A998D}"/>
              </a:ext>
            </a:extLst>
          </p:cNvPr>
          <p:cNvSpPr txBox="1">
            <a:spLocks noChangeArrowheads="1"/>
          </p:cNvSpPr>
          <p:nvPr/>
        </p:nvSpPr>
        <p:spPr>
          <a:xfrm>
            <a:off x="485780" y="1535340"/>
            <a:ext cx="5289773" cy="4997027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bg1"/>
              </a:buClr>
              <a:buSzPct val="100000"/>
              <a:buFont typeface="Tw Cen MT" panose="020B0602020104020603" pitchFamily="34" charset="0"/>
              <a:buChar char=" "/>
              <a:defRPr sz="3600" b="0" i="0" kern="1200">
                <a:solidFill>
                  <a:schemeClr val="bg1"/>
                </a:solidFill>
                <a:latin typeface="Garamond" panose="02020404030301010803" pitchFamily="18" charset="0"/>
                <a:ea typeface="+mn-ea"/>
                <a:cs typeface="Calibri" panose="020F0502020204030204" pitchFamily="34" charset="0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FFC000"/>
              </a:buClr>
              <a:buFont typeface="Wingdings" panose="05000000000000000000" pitchFamily="2" charset="2"/>
              <a:buChar char="§"/>
              <a:defRPr sz="3200" b="0" i="0" kern="1200">
                <a:solidFill>
                  <a:schemeClr val="bg1"/>
                </a:solidFill>
                <a:latin typeface="Garamond" panose="02020404030301010803" pitchFamily="18" charset="0"/>
                <a:ea typeface="+mn-ea"/>
                <a:cs typeface="Calibri" panose="020F0502020204030204" pitchFamily="34" charset="0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bg1"/>
              </a:buClr>
              <a:buFont typeface="Arial" panose="020B0604020202020204" pitchFamily="34" charset="0"/>
              <a:buChar char="◦"/>
              <a:defRPr sz="2400" b="0" i="0" kern="1200">
                <a:solidFill>
                  <a:schemeClr val="bg1"/>
                </a:solidFill>
                <a:latin typeface="Garamond" panose="02020404030301010803" pitchFamily="18" charset="0"/>
                <a:ea typeface="+mn-ea"/>
                <a:cs typeface="Calibri" panose="020F0502020204030204" pitchFamily="34" charset="0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bg1"/>
              </a:buClr>
              <a:buFont typeface="Wingdings 3" pitchFamily="18" charset="2"/>
              <a:buChar char=""/>
              <a:defRPr sz="2400" b="0" i="0" kern="1200">
                <a:solidFill>
                  <a:schemeClr val="bg1"/>
                </a:solidFill>
                <a:latin typeface="Garamond" panose="02020404030301010803" pitchFamily="18" charset="0"/>
                <a:ea typeface="+mn-ea"/>
                <a:cs typeface="Calibri" panose="020F0502020204030204" pitchFamily="34" charset="0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bg1"/>
              </a:buClr>
              <a:buFont typeface="Calibri" panose="020F0502020204030204" pitchFamily="34" charset="0"/>
              <a:buChar char="−"/>
              <a:defRPr sz="2400" b="0" i="0" kern="1200">
                <a:solidFill>
                  <a:schemeClr val="bg1"/>
                </a:solidFill>
                <a:latin typeface="Garamond" panose="02020404030301010803" pitchFamily="18" charset="0"/>
                <a:ea typeface="+mn-ea"/>
                <a:cs typeface="Calibri" panose="020F0502020204030204" pitchFamily="34" charset="0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  <a:defRPr/>
            </a:pPr>
            <a:r>
              <a:rPr lang="en-US" sz="2500" u="sng" dirty="0"/>
              <a:t>Greedy Best-First Search is…</a:t>
            </a:r>
          </a:p>
          <a:p>
            <a:pPr>
              <a:defRPr/>
            </a:pPr>
            <a:r>
              <a:rPr lang="en-US" sz="2500" b="1" i="1" dirty="0"/>
              <a:t>Systematic</a:t>
            </a:r>
            <a:endParaRPr lang="en-US" sz="2500" dirty="0"/>
          </a:p>
          <a:p>
            <a:pPr>
              <a:defRPr/>
            </a:pPr>
            <a:r>
              <a:rPr lang="en-US" sz="2500" b="1" i="1" dirty="0">
                <a:solidFill>
                  <a:srgbClr val="00FF00"/>
                </a:solidFill>
              </a:rPr>
              <a:t>Informed</a:t>
            </a:r>
            <a:r>
              <a:rPr lang="en-US" sz="2500" dirty="0"/>
              <a:t> (uses some knowledge)</a:t>
            </a:r>
          </a:p>
          <a:p>
            <a:pPr>
              <a:defRPr/>
            </a:pPr>
            <a:r>
              <a:rPr lang="en-US" sz="2500" b="1" i="1" dirty="0"/>
              <a:t>Not optimal</a:t>
            </a:r>
            <a:endParaRPr lang="en-US" sz="2500" dirty="0"/>
          </a:p>
          <a:p>
            <a:pPr>
              <a:defRPr/>
            </a:pPr>
            <a:r>
              <a:rPr lang="en-US" sz="2500" b="1" i="1" dirty="0"/>
              <a:t>Complete* (sometimes)</a:t>
            </a:r>
            <a:endParaRPr lang="en-US" sz="2500" dirty="0"/>
          </a:p>
          <a:p>
            <a:pPr>
              <a:defRPr/>
            </a:pPr>
            <a:r>
              <a:rPr lang="en-US" sz="2500" b="1" i="1" dirty="0"/>
              <a:t>Exhaustive</a:t>
            </a:r>
          </a:p>
          <a:p>
            <a:pPr>
              <a:defRPr/>
            </a:pPr>
            <a:endParaRPr lang="en-US" sz="2500" b="1" i="1" dirty="0"/>
          </a:p>
          <a:p>
            <a:pPr>
              <a:defRPr/>
            </a:pPr>
            <a:endParaRPr lang="en-US" sz="2500" b="1" i="1" dirty="0"/>
          </a:p>
          <a:p>
            <a:pPr>
              <a:defRPr/>
            </a:pPr>
            <a:r>
              <a:rPr lang="en-US" sz="2500" dirty="0"/>
              <a:t>We will need to track the </a:t>
            </a:r>
            <a:r>
              <a:rPr lang="en-US" sz="2500" b="1" dirty="0">
                <a:solidFill>
                  <a:srgbClr val="00FF00"/>
                </a:solidFill>
              </a:rPr>
              <a:t>heuristic cost </a:t>
            </a:r>
            <a:r>
              <a:rPr lang="en-US" sz="2500" dirty="0"/>
              <a:t>for each state we encounter.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70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7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C000"/>
                                      </p:to>
                                    </p:animClr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C000"/>
                                      </p:to>
                                    </p:animClr>
                                    <p:set>
                                      <p:cBhvr>
                                        <p:cTn id="9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10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1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C000"/>
                                      </p:to>
                                    </p:animClr>
                                    <p:set>
                                      <p:cBhvr>
                                        <p:cTn id="12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13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3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C000"/>
                                      </p:to>
                                    </p:animClr>
                                    <p:set>
                                      <p:cBhvr>
                                        <p:cTn id="14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16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6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5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186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3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194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1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202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10" dur="813" fill="hold"/>
                                        <p:tgtEl>
                                          <p:spTgt spid="10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1.48148E-6 L 0.13086 -0.11111 " pathEditMode="relative" rAng="0" ptsTypes="AA">
                                      <p:cBhvr>
                                        <p:cTn id="214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10" y="-55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086 -0.11111 L 0.26914 -0.11435 " pathEditMode="relative" rAng="0" ptsTypes="AA">
                                      <p:cBhvr>
                                        <p:cTn id="218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66" y="-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914 -0.11435 L 0.40534 0.00185 " pathEditMode="relative" rAng="0" ptsTypes="AA">
                                      <p:cBhvr>
                                        <p:cTn id="222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810" y="58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6"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7"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0" dur="813" fill="hold"/>
                                        <p:tgtEl>
                                          <p:spTgt spid="10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0" dur="500"/>
                                        <p:tgtEl>
                                          <p:spTgt spid="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5" dur="500"/>
                                        <p:tgtEl>
                                          <p:spTgt spid="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0" dur="500"/>
                                        <p:tgtEl>
                                          <p:spTgt spid="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5" dur="500"/>
                                        <p:tgtEl>
                                          <p:spTgt spid="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0" dur="500"/>
                                        <p:tgtEl>
                                          <p:spTgt spid="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5" dur="500"/>
                                        <p:tgtEl>
                                          <p:spTgt spid="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266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6"/>
                </p:tgtEl>
              </p:cMediaNode>
            </p:audio>
          </p:childTnLst>
        </p:cTn>
      </p:par>
    </p:tnLst>
    <p:bldLst>
      <p:bldP spid="112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87048" grpId="0" build="p"/>
      <p:bldP spid="61" grpId="0" animBg="1"/>
      <p:bldP spid="62" grpId="0" animBg="1"/>
      <p:bldP spid="63" grpId="0" animBg="1"/>
      <p:bldP spid="64" grpId="0" animBg="1"/>
      <p:bldP spid="67" grpId="0"/>
      <p:bldP spid="68" grpId="0"/>
      <p:bldP spid="69" grpId="0"/>
      <p:bldP spid="70" grpId="0"/>
      <p:bldP spid="65" grpId="0" animBg="1"/>
      <p:bldP spid="84" grpId="0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7" grpId="0" animBg="1"/>
      <p:bldP spid="98" grpId="0" animBg="1"/>
      <p:bldP spid="99" grpId="0" animBg="1"/>
      <p:bldP spid="100" grpId="0"/>
      <p:bldP spid="101" grpId="0" animBg="1"/>
      <p:bldP spid="102" grpId="0" animBg="1"/>
      <p:bldP spid="104" grpId="0" animBg="1"/>
      <p:bldP spid="113" grpId="0"/>
      <p:bldP spid="1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D23DCD-6B0C-4D68-B80A-CB714C36F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730" y="414473"/>
            <a:ext cx="11182540" cy="691606"/>
          </a:xfrm>
        </p:spPr>
        <p:txBody>
          <a:bodyPr/>
          <a:lstStyle/>
          <a:p>
            <a:r>
              <a:rPr lang="en-US" dirty="0"/>
              <a:t>Greedy Best-First Search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50ED40-B839-488F-818A-E2E5AB38E3DB}"/>
              </a:ext>
            </a:extLst>
          </p:cNvPr>
          <p:cNvSpPr txBox="1"/>
          <p:nvPr/>
        </p:nvSpPr>
        <p:spPr>
          <a:xfrm>
            <a:off x="4585157" y="1252805"/>
            <a:ext cx="7102113" cy="4248205"/>
          </a:xfrm>
          <a:prstGeom prst="rect">
            <a:avLst/>
          </a:prstGeom>
          <a:solidFill>
            <a:srgbClr val="002060"/>
          </a:solidFill>
          <a:ln w="19050">
            <a:solidFill>
              <a:schemeClr val="bg1"/>
            </a:solidFill>
          </a:ln>
          <a:effectLst/>
        </p:spPr>
        <p:txBody>
          <a:bodyPr wrap="square" rtlCol="0">
            <a:no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def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breadthFirstSearch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(start, goal):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open = </a:t>
            </a:r>
            <a:r>
              <a:rPr lang="en-US" sz="1500" b="1" dirty="0" err="1">
                <a:solidFill>
                  <a:srgbClr val="FFFF00"/>
                </a:solidFill>
                <a:latin typeface="Consolas" panose="020B0609020204030204" pitchFamily="49" charset="0"/>
              </a:rPr>
              <a:t>priority_queue</a:t>
            </a:r>
            <a:r>
              <a:rPr lang="en-US" sz="1500" b="1" dirty="0">
                <a:solidFill>
                  <a:srgbClr val="FFFF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open.enqueue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PlannerNode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(start, None, </a:t>
            </a:r>
            <a:r>
              <a:rPr lang="en-US" sz="1500" b="1" dirty="0" err="1">
                <a:solidFill>
                  <a:srgbClr val="FFFF00"/>
                </a:solidFill>
                <a:latin typeface="Consolas" panose="020B0609020204030204" pitchFamily="49" charset="0"/>
              </a:rPr>
              <a:t>est</a:t>
            </a:r>
            <a:r>
              <a:rPr lang="en-US" sz="1500" b="1" dirty="0">
                <a:solidFill>
                  <a:srgbClr val="FFFF00"/>
                </a:solidFill>
                <a:latin typeface="Consolas" panose="020B0609020204030204" pitchFamily="49" charset="0"/>
              </a:rPr>
              <a:t>(start, goal)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visited = { start: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open.peek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() }</a:t>
            </a:r>
          </a:p>
          <a:p>
            <a:endParaRPr lang="en-US" sz="15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while not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len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(open) is 0: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current =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open.pop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()</a:t>
            </a:r>
          </a:p>
          <a:p>
            <a:endParaRPr lang="en-US" sz="15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if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current.vertex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is goal: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  return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build_solution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(start, current)</a:t>
            </a:r>
          </a:p>
          <a:p>
            <a:endParaRPr lang="en-US" sz="15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for edge in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current.vertex.edges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  successor =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edge.endpoint</a:t>
            </a:r>
            <a:endParaRPr lang="en-US" sz="15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en-US" sz="15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  if not visited[successor]: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newNode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PlannerNode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(successor, current, </a:t>
            </a:r>
            <a:r>
              <a:rPr lang="en-US" sz="1500" b="1" dirty="0" err="1">
                <a:solidFill>
                  <a:srgbClr val="FFFF00"/>
                </a:solidFill>
                <a:latin typeface="Consolas" panose="020B0609020204030204" pitchFamily="49" charset="0"/>
              </a:rPr>
              <a:t>est</a:t>
            </a:r>
            <a:r>
              <a:rPr lang="en-US" sz="1500" b="1" dirty="0">
                <a:solidFill>
                  <a:srgbClr val="FFFF00"/>
                </a:solidFill>
                <a:latin typeface="Consolas" panose="020B0609020204030204" pitchFamily="49" charset="0"/>
              </a:rPr>
              <a:t>(start, goal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    visited[successor] =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newNode</a:t>
            </a:r>
            <a:endParaRPr lang="en-US" sz="15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open.enqueue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newNode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D9297E-D10F-48BC-849D-3520407D7B16}"/>
              </a:ext>
            </a:extLst>
          </p:cNvPr>
          <p:cNvSpPr txBox="1"/>
          <p:nvPr/>
        </p:nvSpPr>
        <p:spPr>
          <a:xfrm>
            <a:off x="504730" y="1252805"/>
            <a:ext cx="4080427" cy="2011542"/>
          </a:xfrm>
          <a:prstGeom prst="rect">
            <a:avLst/>
          </a:prstGeom>
          <a:solidFill>
            <a:srgbClr val="002060"/>
          </a:solidFill>
          <a:ln w="19050">
            <a:solidFill>
              <a:schemeClr val="bg1"/>
            </a:solidFill>
          </a:ln>
          <a:effectLst/>
        </p:spPr>
        <p:txBody>
          <a:bodyPr wrap="square" rtlCol="0">
            <a:norm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class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PlannerNode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def __init__(self, v, p, h):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self.vertex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= v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self.parent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= p</a:t>
            </a:r>
          </a:p>
          <a:p>
            <a:r>
              <a:rPr lang="en-US" sz="1500" dirty="0">
                <a:solidFill>
                  <a:srgbClr val="00FF00"/>
                </a:solidFill>
                <a:latin typeface="Consolas" panose="020B0609020204030204" pitchFamily="49" charset="0"/>
              </a:rPr>
              <a:t>    </a:t>
            </a:r>
            <a:r>
              <a:rPr lang="en-US" sz="1500" b="1" dirty="0" err="1">
                <a:solidFill>
                  <a:srgbClr val="00FF00"/>
                </a:solidFill>
                <a:latin typeface="Consolas" panose="020B0609020204030204" pitchFamily="49" charset="0"/>
              </a:rPr>
              <a:t>self.hCost</a:t>
            </a:r>
            <a:r>
              <a:rPr lang="en-US" sz="1500" b="1" dirty="0">
                <a:solidFill>
                  <a:srgbClr val="00FF00"/>
                </a:solidFill>
                <a:latin typeface="Consolas" panose="020B0609020204030204" pitchFamily="49" charset="0"/>
              </a:rPr>
              <a:t> = h</a:t>
            </a:r>
          </a:p>
          <a:p>
            <a:endParaRPr lang="en-US" sz="1500" b="1" dirty="0">
              <a:solidFill>
                <a:srgbClr val="00FF00"/>
              </a:solidFill>
              <a:latin typeface="Consolas" panose="020B0609020204030204" pitchFamily="49" charset="0"/>
            </a:endParaRPr>
          </a:p>
          <a:p>
            <a:r>
              <a:rPr lang="en-US" sz="1500" b="1" dirty="0">
                <a:solidFill>
                  <a:srgbClr val="00FF00"/>
                </a:solidFill>
                <a:latin typeface="Consolas" panose="020B0609020204030204" pitchFamily="49" charset="0"/>
              </a:rPr>
              <a:t>  def __</a:t>
            </a:r>
            <a:r>
              <a:rPr lang="en-US" sz="1500" b="1" dirty="0" err="1">
                <a:solidFill>
                  <a:srgbClr val="00FF00"/>
                </a:solidFill>
                <a:latin typeface="Consolas" panose="020B0609020204030204" pitchFamily="49" charset="0"/>
              </a:rPr>
              <a:t>cmp</a:t>
            </a:r>
            <a:r>
              <a:rPr lang="en-US" sz="1500" b="1" dirty="0">
                <a:solidFill>
                  <a:srgbClr val="00FF00"/>
                </a:solidFill>
                <a:latin typeface="Consolas" panose="020B0609020204030204" pitchFamily="49" charset="0"/>
              </a:rPr>
              <a:t>__(self, </a:t>
            </a:r>
            <a:r>
              <a:rPr lang="en-US" sz="1500" b="1" dirty="0" err="1">
                <a:solidFill>
                  <a:srgbClr val="00FF00"/>
                </a:solidFill>
                <a:latin typeface="Consolas" panose="020B0609020204030204" pitchFamily="49" charset="0"/>
              </a:rPr>
              <a:t>oth</a:t>
            </a:r>
            <a:r>
              <a:rPr lang="en-US" sz="1500" b="1" dirty="0">
                <a:solidFill>
                  <a:srgbClr val="00FF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500" b="1" dirty="0">
                <a:solidFill>
                  <a:srgbClr val="00FF00"/>
                </a:solidFill>
                <a:latin typeface="Consolas" panose="020B0609020204030204" pitchFamily="49" charset="0"/>
              </a:rPr>
              <a:t>    return </a:t>
            </a:r>
            <a:r>
              <a:rPr lang="en-US" sz="1500" b="1" dirty="0" err="1">
                <a:solidFill>
                  <a:srgbClr val="00FF00"/>
                </a:solidFill>
                <a:latin typeface="Consolas" panose="020B0609020204030204" pitchFamily="49" charset="0"/>
              </a:rPr>
              <a:t>cmp</a:t>
            </a:r>
            <a:r>
              <a:rPr lang="en-US" sz="1500" b="1" dirty="0">
                <a:solidFill>
                  <a:srgbClr val="00FF00"/>
                </a:solidFill>
                <a:latin typeface="Consolas" panose="020B0609020204030204" pitchFamily="49" charset="0"/>
              </a:rPr>
              <a:t>(</a:t>
            </a:r>
            <a:r>
              <a:rPr lang="en-US" sz="1500" b="1" dirty="0" err="1">
                <a:solidFill>
                  <a:srgbClr val="00FF00"/>
                </a:solidFill>
                <a:latin typeface="Consolas" panose="020B0609020204030204" pitchFamily="49" charset="0"/>
              </a:rPr>
              <a:t>self.hCost</a:t>
            </a:r>
            <a:r>
              <a:rPr lang="en-US" sz="1500" b="1" dirty="0">
                <a:solidFill>
                  <a:srgbClr val="00FF00"/>
                </a:solidFill>
                <a:latin typeface="Consolas" panose="020B0609020204030204" pitchFamily="49" charset="0"/>
              </a:rPr>
              <a:t>, </a:t>
            </a:r>
            <a:r>
              <a:rPr lang="en-US" sz="1500" b="1" dirty="0" err="1">
                <a:solidFill>
                  <a:srgbClr val="00FF00"/>
                </a:solidFill>
                <a:latin typeface="Consolas" panose="020B0609020204030204" pitchFamily="49" charset="0"/>
              </a:rPr>
              <a:t>oth.hCost</a:t>
            </a:r>
            <a:endParaRPr lang="en-US" sz="1500" b="1" dirty="0">
              <a:solidFill>
                <a:srgbClr val="00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547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BE24AC-BA93-4FE9-B098-3593A4757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2796" y="1056615"/>
            <a:ext cx="8006406" cy="5591655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spcBef>
                <a:spcPts val="600"/>
              </a:spcBef>
              <a:buNone/>
              <a:defRPr/>
            </a:pPr>
            <a:r>
              <a:rPr lang="en-US" sz="2000" dirty="0"/>
              <a:t>Greedy Best-first search has some benefits and drawbacks.</a:t>
            </a:r>
          </a:p>
          <a:p>
            <a:pPr>
              <a:lnSpc>
                <a:spcPct val="80000"/>
              </a:lnSpc>
              <a:spcBef>
                <a:spcPts val="600"/>
              </a:spcBef>
              <a:buNone/>
              <a:defRPr/>
            </a:pPr>
            <a:endParaRPr lang="en-US" sz="2000" dirty="0"/>
          </a:p>
          <a:p>
            <a:pPr>
              <a:lnSpc>
                <a:spcPct val="80000"/>
              </a:lnSpc>
              <a:spcBef>
                <a:spcPts val="600"/>
              </a:spcBef>
              <a:buNone/>
              <a:defRPr/>
            </a:pPr>
            <a:r>
              <a:rPr lang="en-US" sz="2000" u="sng" dirty="0"/>
              <a:t>The Good</a:t>
            </a:r>
          </a:p>
          <a:p>
            <a:pPr lvl="1"/>
            <a:r>
              <a:rPr lang="en-US" sz="2000" dirty="0"/>
              <a:t> Much faster</a:t>
            </a:r>
          </a:p>
          <a:p>
            <a:pPr lvl="1"/>
            <a:r>
              <a:rPr lang="en-US" sz="2000" dirty="0"/>
              <a:t> Uses less memory</a:t>
            </a:r>
          </a:p>
          <a:p>
            <a:pPr lvl="1"/>
            <a:r>
              <a:rPr lang="en-US" sz="2000" dirty="0"/>
              <a:t> Can find better solutions than breadth-first sometimes</a:t>
            </a:r>
          </a:p>
          <a:p>
            <a:pPr>
              <a:lnSpc>
                <a:spcPct val="80000"/>
              </a:lnSpc>
              <a:spcBef>
                <a:spcPts val="600"/>
              </a:spcBef>
              <a:buNone/>
              <a:defRPr/>
            </a:pPr>
            <a:endParaRPr lang="en-US" sz="2000" dirty="0"/>
          </a:p>
          <a:p>
            <a:pPr>
              <a:lnSpc>
                <a:spcPct val="80000"/>
              </a:lnSpc>
              <a:spcBef>
                <a:spcPts val="600"/>
              </a:spcBef>
              <a:buNone/>
              <a:defRPr/>
            </a:pPr>
            <a:r>
              <a:rPr lang="en-US" sz="2000" u="sng" dirty="0"/>
              <a:t>The Bad</a:t>
            </a:r>
          </a:p>
          <a:p>
            <a:pPr lvl="1"/>
            <a:r>
              <a:rPr lang="en-US" sz="2000" dirty="0"/>
              <a:t> Not guaranteed to use minimal steps</a:t>
            </a:r>
          </a:p>
          <a:p>
            <a:pPr lvl="1"/>
            <a:r>
              <a:rPr lang="en-US" sz="2000" dirty="0"/>
              <a:t> Highly dependent on choice of heuristic</a:t>
            </a:r>
          </a:p>
          <a:p>
            <a:pPr>
              <a:lnSpc>
                <a:spcPct val="80000"/>
              </a:lnSpc>
              <a:spcBef>
                <a:spcPts val="600"/>
              </a:spcBef>
              <a:buNone/>
              <a:defRPr/>
            </a:pPr>
            <a:endParaRPr lang="en-US" sz="2000" dirty="0"/>
          </a:p>
          <a:p>
            <a:pPr>
              <a:lnSpc>
                <a:spcPct val="80000"/>
              </a:lnSpc>
              <a:spcBef>
                <a:spcPts val="600"/>
              </a:spcBef>
              <a:buNone/>
              <a:defRPr/>
            </a:pPr>
            <a:r>
              <a:rPr lang="en-US" sz="2000" u="sng" dirty="0"/>
              <a:t>The Ugly</a:t>
            </a:r>
          </a:p>
          <a:p>
            <a:pPr lvl="1"/>
            <a:r>
              <a:rPr lang="en-US" sz="2000" dirty="0"/>
              <a:t> Can find worse solutions than breadth-first</a:t>
            </a:r>
          </a:p>
          <a:p>
            <a:pPr lvl="1"/>
            <a:r>
              <a:rPr lang="en-US" sz="2000" dirty="0"/>
              <a:t> In infinite spaces, may never find a solution</a:t>
            </a:r>
          </a:p>
          <a:p>
            <a:pPr>
              <a:lnSpc>
                <a:spcPct val="80000"/>
              </a:lnSpc>
              <a:spcBef>
                <a:spcPts val="600"/>
              </a:spcBef>
              <a:buNone/>
              <a:defRPr/>
            </a:pPr>
            <a:endParaRPr lang="en-US" sz="2000" dirty="0"/>
          </a:p>
          <a:p>
            <a:pPr>
              <a:lnSpc>
                <a:spcPct val="80000"/>
              </a:lnSpc>
              <a:spcBef>
                <a:spcPts val="600"/>
              </a:spcBef>
              <a:buNone/>
              <a:defRPr/>
            </a:pPr>
            <a:r>
              <a:rPr lang="en-US" sz="2000" dirty="0"/>
              <a:t>Due to its limitations, greedy best-first has limited application in modern games.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7DA9C2-6C5C-430B-9E4B-ACF48B63F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658" y="209730"/>
            <a:ext cx="11254683" cy="691606"/>
          </a:xfrm>
        </p:spPr>
        <p:txBody>
          <a:bodyPr/>
          <a:lstStyle/>
          <a:p>
            <a:r>
              <a:rPr lang="en-US" dirty="0"/>
              <a:t>Shortcomings of Greedy Best-First</a:t>
            </a:r>
          </a:p>
        </p:txBody>
      </p:sp>
    </p:spTree>
    <p:extLst>
      <p:ext uri="{BB962C8B-B14F-4D97-AF65-F5344CB8AC3E}">
        <p14:creationId xmlns:p14="http://schemas.microsoft.com/office/powerpoint/2010/main" val="3666592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7" name="Rectangle 7">
            <a:extLst>
              <a:ext uri="{FF2B5EF4-FFF2-40B4-BE49-F238E27FC236}">
                <a16:creationId xmlns:a16="http://schemas.microsoft.com/office/drawing/2014/main" id="{0DA622C4-9F33-4784-B6AD-C2CE13700FCE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1981200" y="0"/>
            <a:ext cx="8229600" cy="857368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Uniform Cost Search</a:t>
            </a:r>
          </a:p>
        </p:txBody>
      </p:sp>
      <p:sp>
        <p:nvSpPr>
          <p:cNvPr id="87048" name="Rectangle 8">
            <a:extLst>
              <a:ext uri="{FF2B5EF4-FFF2-40B4-BE49-F238E27FC236}">
                <a16:creationId xmlns:a16="http://schemas.microsoft.com/office/drawing/2014/main" id="{9F37CEDC-5516-4BD6-9E49-453B98EDE4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76400" y="825045"/>
            <a:ext cx="8839200" cy="763844"/>
          </a:xfrm>
        </p:spPr>
        <p:txBody>
          <a:bodyPr>
            <a:normAutofit/>
          </a:bodyPr>
          <a:lstStyle/>
          <a:p>
            <a:pPr marL="0">
              <a:lnSpc>
                <a:spcPct val="80000"/>
              </a:lnSpc>
              <a:buNone/>
              <a:defRPr/>
            </a:pPr>
            <a:r>
              <a:rPr lang="en-US" sz="2400" b="1" i="1" dirty="0">
                <a:solidFill>
                  <a:srgbClr val="00FF00"/>
                </a:solidFill>
              </a:rPr>
              <a:t>Uniform Cost Search</a:t>
            </a:r>
            <a:r>
              <a:rPr lang="en-US" sz="2400" dirty="0">
                <a:solidFill>
                  <a:srgbClr val="00FF00"/>
                </a:solidFill>
              </a:rPr>
              <a:t> </a:t>
            </a:r>
            <a:r>
              <a:rPr lang="en-US" sz="2400" dirty="0"/>
              <a:t>sorts its priority queue according to cost up to this point (along the current path) – the </a:t>
            </a:r>
            <a:r>
              <a:rPr lang="en-US" sz="2400" b="1" i="1" dirty="0">
                <a:solidFill>
                  <a:srgbClr val="00FF00"/>
                </a:solidFill>
              </a:rPr>
              <a:t>given cost</a:t>
            </a:r>
            <a:r>
              <a:rPr lang="en-US" sz="2400" dirty="0"/>
              <a:t>.</a:t>
            </a:r>
          </a:p>
        </p:txBody>
      </p:sp>
      <p:sp>
        <p:nvSpPr>
          <p:cNvPr id="56" name="Line 5">
            <a:extLst>
              <a:ext uri="{FF2B5EF4-FFF2-40B4-BE49-F238E27FC236}">
                <a16:creationId xmlns:a16="http://schemas.microsoft.com/office/drawing/2014/main" id="{14785982-E91F-4D52-ACA1-3F913B4CB832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6857685" y="3404535"/>
            <a:ext cx="4137426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defRPr/>
            </a:pPr>
            <a:endParaRPr lang="en-US" sz="2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57" name="Line 5">
            <a:extLst>
              <a:ext uri="{FF2B5EF4-FFF2-40B4-BE49-F238E27FC236}">
                <a16:creationId xmlns:a16="http://schemas.microsoft.com/office/drawing/2014/main" id="{56A1B09A-65EE-48F4-9B11-E4635DA92825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 flipV="1">
            <a:off x="6062140" y="4199214"/>
            <a:ext cx="2864250" cy="143614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defRPr/>
            </a:pPr>
            <a:endParaRPr lang="en-US" sz="2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58" name="Line 5">
            <a:extLst>
              <a:ext uri="{FF2B5EF4-FFF2-40B4-BE49-F238E27FC236}">
                <a16:creationId xmlns:a16="http://schemas.microsoft.com/office/drawing/2014/main" id="{39E503AD-9FD0-4F32-9404-B0AF1436AA85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6062140" y="3405991"/>
            <a:ext cx="795548" cy="791767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defRPr/>
            </a:pPr>
            <a:endParaRPr lang="en-US" sz="2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59" name="Line 5">
            <a:extLst>
              <a:ext uri="{FF2B5EF4-FFF2-40B4-BE49-F238E27FC236}">
                <a16:creationId xmlns:a16="http://schemas.microsoft.com/office/drawing/2014/main" id="{6BD3D9E8-0615-4BD5-A9F4-0201D3A5AC96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 flipV="1">
            <a:off x="10995112" y="3404110"/>
            <a:ext cx="795528" cy="795528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defRPr/>
            </a:pPr>
            <a:endParaRPr lang="en-US" sz="2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60" name="Line 5">
            <a:extLst>
              <a:ext uri="{FF2B5EF4-FFF2-40B4-BE49-F238E27FC236}">
                <a16:creationId xmlns:a16="http://schemas.microsoft.com/office/drawing/2014/main" id="{D8B7756E-0B05-4646-9251-26F58B3220DC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8926390" y="4194146"/>
            <a:ext cx="2864250" cy="143614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defRPr/>
            </a:pPr>
            <a:endParaRPr lang="en-US" sz="2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42DEFC46-80DE-4A1A-A840-45707557B3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665574" y="5375996"/>
            <a:ext cx="521631" cy="521631"/>
          </a:xfrm>
          <a:prstGeom prst="ellipse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0" tIns="0" rIns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/>
            <a:r>
              <a:rPr lang="en-US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C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9CC527CB-29DF-492F-B84F-E7C06BDEAC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529825" y="3933330"/>
            <a:ext cx="521631" cy="521631"/>
          </a:xfrm>
          <a:prstGeom prst="ellipse">
            <a:avLst/>
          </a:prstGeom>
          <a:solidFill>
            <a:srgbClr val="7030A0"/>
          </a:solidFill>
          <a:ln w="952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0" tIns="0" rIns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/>
            <a:r>
              <a:rPr lang="en-US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D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79681CAE-E7DF-4819-8B34-C1689F7A55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734295" y="3145263"/>
            <a:ext cx="521631" cy="521631"/>
          </a:xfrm>
          <a:prstGeom prst="ellipse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0" tIns="0" rIns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/>
            <a:r>
              <a:rPr lang="en-US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B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E57304C4-7F76-4DFB-A211-F37654EAD01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96869" y="3145263"/>
            <a:ext cx="521631" cy="521631"/>
          </a:xfrm>
          <a:prstGeom prst="ellipse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0" tIns="0" rIns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/>
            <a:r>
              <a:rPr lang="en-US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A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816DEDA-53D1-40AC-A635-5E7E4491AB91}"/>
              </a:ext>
            </a:extLst>
          </p:cNvPr>
          <p:cNvSpPr txBox="1">
            <a:spLocks noChangeAspect="1"/>
          </p:cNvSpPr>
          <p:nvPr/>
        </p:nvSpPr>
        <p:spPr>
          <a:xfrm>
            <a:off x="6123776" y="3479081"/>
            <a:ext cx="561646" cy="645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</a:rPr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45A6D59-44AA-45D7-90E3-6A2986243BFA}"/>
              </a:ext>
            </a:extLst>
          </p:cNvPr>
          <p:cNvSpPr txBox="1">
            <a:spLocks noChangeAspect="1"/>
          </p:cNvSpPr>
          <p:nvPr/>
        </p:nvSpPr>
        <p:spPr>
          <a:xfrm>
            <a:off x="7063447" y="4803777"/>
            <a:ext cx="5616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</a:rPr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07342D0-FBAC-47BD-B3A7-C1470FA0B27B}"/>
              </a:ext>
            </a:extLst>
          </p:cNvPr>
          <p:cNvSpPr txBox="1">
            <a:spLocks noChangeAspect="1"/>
          </p:cNvSpPr>
          <p:nvPr/>
        </p:nvSpPr>
        <p:spPr>
          <a:xfrm>
            <a:off x="10473415" y="4803777"/>
            <a:ext cx="561646" cy="645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</a:rPr>
              <a:t>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73304B8-38E0-4156-98C7-518179C4A859}"/>
              </a:ext>
            </a:extLst>
          </p:cNvPr>
          <p:cNvSpPr txBox="1">
            <a:spLocks noChangeAspect="1"/>
          </p:cNvSpPr>
          <p:nvPr/>
        </p:nvSpPr>
        <p:spPr>
          <a:xfrm>
            <a:off x="11349213" y="3419137"/>
            <a:ext cx="561646" cy="645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</a:rPr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D44E1BA-BE29-480B-95C1-8E6CC5D8CC09}"/>
              </a:ext>
            </a:extLst>
          </p:cNvPr>
          <p:cNvSpPr txBox="1">
            <a:spLocks noChangeAspect="1"/>
          </p:cNvSpPr>
          <p:nvPr/>
        </p:nvSpPr>
        <p:spPr>
          <a:xfrm>
            <a:off x="8758469" y="2965238"/>
            <a:ext cx="561646" cy="645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</a:rPr>
              <a:t>6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F01B3035-6CFC-461C-9E4B-CFC13A335D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02165" y="3933330"/>
            <a:ext cx="521631" cy="521631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0" tIns="0" rIns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/>
            <a:r>
              <a:rPr lang="en-US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I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E50D37D-20AF-45F8-8B7F-DB8B53EAC2B0}"/>
              </a:ext>
            </a:extLst>
          </p:cNvPr>
          <p:cNvSpPr txBox="1"/>
          <p:nvPr/>
        </p:nvSpPr>
        <p:spPr>
          <a:xfrm>
            <a:off x="7083679" y="6053501"/>
            <a:ext cx="1884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SOLUTION:</a:t>
            </a:r>
          </a:p>
        </p:txBody>
      </p:sp>
      <p:sp>
        <p:nvSpPr>
          <p:cNvPr id="85" name="Rectangle 77">
            <a:extLst>
              <a:ext uri="{FF2B5EF4-FFF2-40B4-BE49-F238E27FC236}">
                <a16:creationId xmlns:a16="http://schemas.microsoft.com/office/drawing/2014/main" id="{AC314EF3-75CC-4054-A339-CAAA610B80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84108" y="6093833"/>
            <a:ext cx="381000" cy="381000"/>
          </a:xfrm>
          <a:prstGeom prst="rect">
            <a:avLst/>
          </a:prstGeom>
          <a:solidFill>
            <a:srgbClr val="0070C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D</a:t>
            </a:r>
          </a:p>
        </p:txBody>
      </p:sp>
      <p:sp>
        <p:nvSpPr>
          <p:cNvPr id="86" name="Rectangle 77">
            <a:extLst>
              <a:ext uri="{FF2B5EF4-FFF2-40B4-BE49-F238E27FC236}">
                <a16:creationId xmlns:a16="http://schemas.microsoft.com/office/drawing/2014/main" id="{27614326-5695-428A-9FF3-204DDE45F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3108" y="6093833"/>
            <a:ext cx="381000" cy="381000"/>
          </a:xfrm>
          <a:prstGeom prst="rect">
            <a:avLst/>
          </a:prstGeom>
          <a:solidFill>
            <a:srgbClr val="0070C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B</a:t>
            </a:r>
          </a:p>
        </p:txBody>
      </p:sp>
      <p:sp>
        <p:nvSpPr>
          <p:cNvPr id="87" name="Rectangle 77">
            <a:extLst>
              <a:ext uri="{FF2B5EF4-FFF2-40B4-BE49-F238E27FC236}">
                <a16:creationId xmlns:a16="http://schemas.microsoft.com/office/drawing/2014/main" id="{639FE964-6530-4DEE-88B7-4E2F1DEB1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9766" y="6093833"/>
            <a:ext cx="381000" cy="381000"/>
          </a:xfrm>
          <a:prstGeom prst="rect">
            <a:avLst/>
          </a:prstGeom>
          <a:solidFill>
            <a:srgbClr val="0070C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A</a:t>
            </a:r>
          </a:p>
        </p:txBody>
      </p:sp>
      <p:sp>
        <p:nvSpPr>
          <p:cNvPr id="88" name="Rectangle 77">
            <a:extLst>
              <a:ext uri="{FF2B5EF4-FFF2-40B4-BE49-F238E27FC236}">
                <a16:creationId xmlns:a16="http://schemas.microsoft.com/office/drawing/2014/main" id="{552BDB20-E832-4D86-8E96-77175BB23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8766" y="6093833"/>
            <a:ext cx="381000" cy="381000"/>
          </a:xfrm>
          <a:prstGeom prst="rect">
            <a:avLst/>
          </a:prstGeom>
          <a:solidFill>
            <a:srgbClr val="0070C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I</a:t>
            </a:r>
          </a:p>
        </p:txBody>
      </p:sp>
      <p:sp>
        <p:nvSpPr>
          <p:cNvPr id="89" name="Rectangle 77">
            <a:extLst>
              <a:ext uri="{FF2B5EF4-FFF2-40B4-BE49-F238E27FC236}">
                <a16:creationId xmlns:a16="http://schemas.microsoft.com/office/drawing/2014/main" id="{3788AF13-9AAC-42E2-B684-0905E65386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7628" y="2327937"/>
            <a:ext cx="381000" cy="381000"/>
          </a:xfrm>
          <a:prstGeom prst="rect">
            <a:avLst/>
          </a:prstGeom>
          <a:solidFill>
            <a:srgbClr val="0070C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A</a:t>
            </a:r>
          </a:p>
        </p:txBody>
      </p:sp>
      <p:sp>
        <p:nvSpPr>
          <p:cNvPr id="90" name="Rectangle 77">
            <a:extLst>
              <a:ext uri="{FF2B5EF4-FFF2-40B4-BE49-F238E27FC236}">
                <a16:creationId xmlns:a16="http://schemas.microsoft.com/office/drawing/2014/main" id="{4D82811F-F293-4852-AB12-F19EBE564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9628" y="2327937"/>
            <a:ext cx="381000" cy="381000"/>
          </a:xfrm>
          <a:prstGeom prst="rect">
            <a:avLst/>
          </a:prstGeom>
          <a:solidFill>
            <a:srgbClr val="0070C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B</a:t>
            </a:r>
          </a:p>
        </p:txBody>
      </p:sp>
      <p:sp>
        <p:nvSpPr>
          <p:cNvPr id="91" name="Rectangle 77">
            <a:extLst>
              <a:ext uri="{FF2B5EF4-FFF2-40B4-BE49-F238E27FC236}">
                <a16:creationId xmlns:a16="http://schemas.microsoft.com/office/drawing/2014/main" id="{7D14A727-2DA2-44AD-85DF-5323ADCEC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0628" y="2327937"/>
            <a:ext cx="381000" cy="381000"/>
          </a:xfrm>
          <a:prstGeom prst="rect">
            <a:avLst/>
          </a:prstGeom>
          <a:solidFill>
            <a:srgbClr val="0070C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D</a:t>
            </a:r>
          </a:p>
        </p:txBody>
      </p:sp>
      <p:sp>
        <p:nvSpPr>
          <p:cNvPr id="92" name="Rectangle 77">
            <a:extLst>
              <a:ext uri="{FF2B5EF4-FFF2-40B4-BE49-F238E27FC236}">
                <a16:creationId xmlns:a16="http://schemas.microsoft.com/office/drawing/2014/main" id="{74906C01-0F44-4575-B1D8-56E3F8B7E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8973" y="2327937"/>
            <a:ext cx="381000" cy="381000"/>
          </a:xfrm>
          <a:prstGeom prst="rect">
            <a:avLst/>
          </a:prstGeom>
          <a:solidFill>
            <a:srgbClr val="0070C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I</a:t>
            </a:r>
          </a:p>
        </p:txBody>
      </p:sp>
      <p:sp>
        <p:nvSpPr>
          <p:cNvPr id="93" name="Rectangle 77">
            <a:extLst>
              <a:ext uri="{FF2B5EF4-FFF2-40B4-BE49-F238E27FC236}">
                <a16:creationId xmlns:a16="http://schemas.microsoft.com/office/drawing/2014/main" id="{644F7DC7-E400-4D10-AE3C-A028D51FE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8628" y="2327937"/>
            <a:ext cx="381000" cy="381000"/>
          </a:xfrm>
          <a:prstGeom prst="rect">
            <a:avLst/>
          </a:prstGeom>
          <a:solidFill>
            <a:srgbClr val="0070C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C</a:t>
            </a:r>
          </a:p>
        </p:txBody>
      </p:sp>
      <p:sp>
        <p:nvSpPr>
          <p:cNvPr id="94" name="Line 5">
            <a:extLst>
              <a:ext uri="{FF2B5EF4-FFF2-40B4-BE49-F238E27FC236}">
                <a16:creationId xmlns:a16="http://schemas.microsoft.com/office/drawing/2014/main" id="{907402C9-E6EA-4665-9946-4138CCB8663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025903" y="2291361"/>
            <a:ext cx="45720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defRPr/>
            </a:pPr>
            <a:endParaRPr lang="en-US" sz="2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95" name="Line 5">
            <a:extLst>
              <a:ext uri="{FF2B5EF4-FFF2-40B4-BE49-F238E27FC236}">
                <a16:creationId xmlns:a16="http://schemas.microsoft.com/office/drawing/2014/main" id="{308CE977-FFA1-4151-A1D9-808714DFA65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403565" y="2291361"/>
            <a:ext cx="45720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defRPr/>
            </a:pPr>
            <a:endParaRPr lang="en-US" sz="2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96" name="Line 5">
            <a:extLst>
              <a:ext uri="{FF2B5EF4-FFF2-40B4-BE49-F238E27FC236}">
                <a16:creationId xmlns:a16="http://schemas.microsoft.com/office/drawing/2014/main" id="{B19BA601-4BC5-40CB-9A09-5D801274B52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790528" y="2289837"/>
            <a:ext cx="45720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defRPr/>
            </a:pPr>
            <a:endParaRPr lang="en-US" sz="2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97" name="Line 5">
            <a:extLst>
              <a:ext uri="{FF2B5EF4-FFF2-40B4-BE49-F238E27FC236}">
                <a16:creationId xmlns:a16="http://schemas.microsoft.com/office/drawing/2014/main" id="{1FDDD425-B833-4500-A5F1-18A4903A1BE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171528" y="2291361"/>
            <a:ext cx="45720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defRPr/>
            </a:pPr>
            <a:endParaRPr lang="en-US" sz="2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98" name="Line 5">
            <a:extLst>
              <a:ext uri="{FF2B5EF4-FFF2-40B4-BE49-F238E27FC236}">
                <a16:creationId xmlns:a16="http://schemas.microsoft.com/office/drawing/2014/main" id="{5ECA4F56-0260-41AB-9787-6104EE50DAA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548170" y="2289837"/>
            <a:ext cx="45720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defRPr/>
            </a:pPr>
            <a:endParaRPr lang="en-US" sz="2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99" name="Arc 98">
            <a:extLst>
              <a:ext uri="{FF2B5EF4-FFF2-40B4-BE49-F238E27FC236}">
                <a16:creationId xmlns:a16="http://schemas.microsoft.com/office/drawing/2014/main" id="{0B9FAE5C-4BDB-4BA9-A5BC-E7A71972ECBA}"/>
              </a:ext>
            </a:extLst>
          </p:cNvPr>
          <p:cNvSpPr/>
          <p:nvPr/>
        </p:nvSpPr>
        <p:spPr>
          <a:xfrm rot="18540824">
            <a:off x="8207450" y="2181857"/>
            <a:ext cx="485043" cy="543841"/>
          </a:xfrm>
          <a:prstGeom prst="arc">
            <a:avLst/>
          </a:prstGeom>
          <a:ln w="25400">
            <a:solidFill>
              <a:srgbClr val="00FF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DA1A03D-F231-4E91-B133-7126257C7E9E}"/>
              </a:ext>
            </a:extLst>
          </p:cNvPr>
          <p:cNvSpPr txBox="1"/>
          <p:nvPr/>
        </p:nvSpPr>
        <p:spPr>
          <a:xfrm>
            <a:off x="8472602" y="1589651"/>
            <a:ext cx="1133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Queue</a:t>
            </a:r>
          </a:p>
        </p:txBody>
      </p:sp>
      <p:sp>
        <p:nvSpPr>
          <p:cNvPr id="101" name="Arc 100">
            <a:extLst>
              <a:ext uri="{FF2B5EF4-FFF2-40B4-BE49-F238E27FC236}">
                <a16:creationId xmlns:a16="http://schemas.microsoft.com/office/drawing/2014/main" id="{926A83D3-9A4C-4686-8910-4516F27D03A0}"/>
              </a:ext>
            </a:extLst>
          </p:cNvPr>
          <p:cNvSpPr/>
          <p:nvPr/>
        </p:nvSpPr>
        <p:spPr>
          <a:xfrm rot="2870112" flipV="1">
            <a:off x="8280966" y="1557009"/>
            <a:ext cx="997051" cy="1432494"/>
          </a:xfrm>
          <a:prstGeom prst="arc">
            <a:avLst>
              <a:gd name="adj1" fmla="val 16200000"/>
              <a:gd name="adj2" fmla="val 20319166"/>
            </a:avLst>
          </a:prstGeom>
          <a:ln w="25400">
            <a:solidFill>
              <a:srgbClr val="00FF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Arc 101">
            <a:extLst>
              <a:ext uri="{FF2B5EF4-FFF2-40B4-BE49-F238E27FC236}">
                <a16:creationId xmlns:a16="http://schemas.microsoft.com/office/drawing/2014/main" id="{D2990F33-BCD7-42EC-868E-0BDE534F6DE7}"/>
              </a:ext>
            </a:extLst>
          </p:cNvPr>
          <p:cNvSpPr/>
          <p:nvPr/>
        </p:nvSpPr>
        <p:spPr>
          <a:xfrm rot="3059176" flipV="1">
            <a:off x="9385795" y="2312696"/>
            <a:ext cx="485043" cy="543841"/>
          </a:xfrm>
          <a:prstGeom prst="arc">
            <a:avLst/>
          </a:prstGeom>
          <a:ln w="25400">
            <a:solidFill>
              <a:srgbClr val="00FF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" name="Arc 102">
            <a:extLst>
              <a:ext uri="{FF2B5EF4-FFF2-40B4-BE49-F238E27FC236}">
                <a16:creationId xmlns:a16="http://schemas.microsoft.com/office/drawing/2014/main" id="{E4180C64-E2D4-4711-B26B-F8652CCC4A6D}"/>
              </a:ext>
            </a:extLst>
          </p:cNvPr>
          <p:cNvSpPr/>
          <p:nvPr/>
        </p:nvSpPr>
        <p:spPr>
          <a:xfrm rot="2870112" flipV="1">
            <a:off x="9145018" y="1548108"/>
            <a:ext cx="997051" cy="1432494"/>
          </a:xfrm>
          <a:prstGeom prst="arc">
            <a:avLst>
              <a:gd name="adj1" fmla="val 16200000"/>
              <a:gd name="adj2" fmla="val 20319166"/>
            </a:avLst>
          </a:prstGeom>
          <a:ln w="25400">
            <a:solidFill>
              <a:srgbClr val="00FF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" name="Arc 103">
            <a:extLst>
              <a:ext uri="{FF2B5EF4-FFF2-40B4-BE49-F238E27FC236}">
                <a16:creationId xmlns:a16="http://schemas.microsoft.com/office/drawing/2014/main" id="{FE4ABD06-DBCE-48CF-8992-6227762D9628}"/>
              </a:ext>
            </a:extLst>
          </p:cNvPr>
          <p:cNvSpPr/>
          <p:nvPr/>
        </p:nvSpPr>
        <p:spPr>
          <a:xfrm rot="18699260">
            <a:off x="8673003" y="2068861"/>
            <a:ext cx="997051" cy="1432494"/>
          </a:xfrm>
          <a:prstGeom prst="arc">
            <a:avLst>
              <a:gd name="adj1" fmla="val 16200000"/>
              <a:gd name="adj2" fmla="val 20319166"/>
            </a:avLst>
          </a:prstGeom>
          <a:ln w="25400">
            <a:solidFill>
              <a:srgbClr val="00FF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5" name="Graphic 104">
            <a:extLst>
              <a:ext uri="{FF2B5EF4-FFF2-40B4-BE49-F238E27FC236}">
                <a16:creationId xmlns:a16="http://schemas.microsoft.com/office/drawing/2014/main" id="{E9A1FC62-239F-450B-A309-8E0AC11715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6151" y="3479081"/>
            <a:ext cx="2867025" cy="1362075"/>
          </a:xfrm>
          <a:prstGeom prst="rect">
            <a:avLst/>
          </a:prstGeom>
        </p:spPr>
      </p:pic>
      <p:pic>
        <p:nvPicPr>
          <p:cNvPr id="106" name="Picture 51">
            <a:hlinkClick r:id="" action="ppaction://media"/>
            <a:extLst>
              <a:ext uri="{FF2B5EF4-FFF2-40B4-BE49-F238E27FC236}">
                <a16:creationId xmlns:a16="http://schemas.microsoft.com/office/drawing/2014/main" id="{E0119DB6-AE7D-4E81-9CB8-7A2EB1D89656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3525" y="3493850"/>
            <a:ext cx="304800" cy="304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Rectangle 3">
            <a:extLst>
              <a:ext uri="{FF2B5EF4-FFF2-40B4-BE49-F238E27FC236}">
                <a16:creationId xmlns:a16="http://schemas.microsoft.com/office/drawing/2014/main" id="{19FBF10D-87AF-4C60-9FE6-12D438D2508D}"/>
              </a:ext>
            </a:extLst>
          </p:cNvPr>
          <p:cNvSpPr txBox="1">
            <a:spLocks noChangeArrowheads="1"/>
          </p:cNvSpPr>
          <p:nvPr/>
        </p:nvSpPr>
        <p:spPr>
          <a:xfrm>
            <a:off x="571333" y="1682413"/>
            <a:ext cx="5023799" cy="4948632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bg1"/>
              </a:buClr>
              <a:buSzPct val="100000"/>
              <a:buFont typeface="Tw Cen MT" panose="020B0602020104020603" pitchFamily="34" charset="0"/>
              <a:buChar char=" "/>
              <a:defRPr sz="3600" b="0" i="0" kern="1200">
                <a:solidFill>
                  <a:schemeClr val="bg1"/>
                </a:solidFill>
                <a:latin typeface="Garamond" panose="02020404030301010803" pitchFamily="18" charset="0"/>
                <a:ea typeface="+mn-ea"/>
                <a:cs typeface="Calibri" panose="020F0502020204030204" pitchFamily="34" charset="0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FFC000"/>
              </a:buClr>
              <a:buFont typeface="Wingdings" panose="05000000000000000000" pitchFamily="2" charset="2"/>
              <a:buChar char="§"/>
              <a:defRPr sz="3200" b="0" i="0" kern="1200">
                <a:solidFill>
                  <a:schemeClr val="bg1"/>
                </a:solidFill>
                <a:latin typeface="Garamond" panose="02020404030301010803" pitchFamily="18" charset="0"/>
                <a:ea typeface="+mn-ea"/>
                <a:cs typeface="Calibri" panose="020F0502020204030204" pitchFamily="34" charset="0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bg1"/>
              </a:buClr>
              <a:buFont typeface="Arial" panose="020B0604020202020204" pitchFamily="34" charset="0"/>
              <a:buChar char="◦"/>
              <a:defRPr sz="2400" b="0" i="0" kern="1200">
                <a:solidFill>
                  <a:schemeClr val="bg1"/>
                </a:solidFill>
                <a:latin typeface="Garamond" panose="02020404030301010803" pitchFamily="18" charset="0"/>
                <a:ea typeface="+mn-ea"/>
                <a:cs typeface="Calibri" panose="020F0502020204030204" pitchFamily="34" charset="0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bg1"/>
              </a:buClr>
              <a:buFont typeface="Wingdings 3" pitchFamily="18" charset="2"/>
              <a:buChar char=""/>
              <a:defRPr sz="2400" b="0" i="0" kern="1200">
                <a:solidFill>
                  <a:schemeClr val="bg1"/>
                </a:solidFill>
                <a:latin typeface="Garamond" panose="02020404030301010803" pitchFamily="18" charset="0"/>
                <a:ea typeface="+mn-ea"/>
                <a:cs typeface="Calibri" panose="020F0502020204030204" pitchFamily="34" charset="0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bg1"/>
              </a:buClr>
              <a:buFont typeface="Calibri" panose="020F0502020204030204" pitchFamily="34" charset="0"/>
              <a:buChar char="−"/>
              <a:defRPr sz="2400" b="0" i="0" kern="1200">
                <a:solidFill>
                  <a:schemeClr val="bg1"/>
                </a:solidFill>
                <a:latin typeface="Garamond" panose="02020404030301010803" pitchFamily="18" charset="0"/>
                <a:ea typeface="+mn-ea"/>
                <a:cs typeface="Calibri" panose="020F0502020204030204" pitchFamily="34" charset="0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  <a:defRPr/>
            </a:pPr>
            <a:r>
              <a:rPr lang="en-US" sz="2500" u="sng" dirty="0"/>
              <a:t>Uniform Cost Search is…</a:t>
            </a:r>
          </a:p>
          <a:p>
            <a:pPr>
              <a:defRPr/>
            </a:pPr>
            <a:r>
              <a:rPr lang="en-US" sz="2500" b="1" i="1" dirty="0"/>
              <a:t>Systematic</a:t>
            </a:r>
            <a:endParaRPr lang="en-US" sz="2500" dirty="0"/>
          </a:p>
          <a:p>
            <a:pPr>
              <a:defRPr/>
            </a:pPr>
            <a:r>
              <a:rPr lang="en-US" sz="2500" b="1" i="1" dirty="0">
                <a:solidFill>
                  <a:srgbClr val="00FF00"/>
                </a:solidFill>
              </a:rPr>
              <a:t>Uninformed</a:t>
            </a:r>
            <a:endParaRPr lang="en-US" sz="2500" dirty="0"/>
          </a:p>
          <a:p>
            <a:pPr>
              <a:defRPr/>
            </a:pPr>
            <a:r>
              <a:rPr lang="en-US" sz="2500" b="1" i="1" dirty="0"/>
              <a:t>Optimal in </a:t>
            </a:r>
            <a:r>
              <a:rPr lang="en-US" sz="2500" b="1" i="1" u="sng" dirty="0"/>
              <a:t>cost</a:t>
            </a:r>
            <a:endParaRPr lang="en-US" sz="2500" u="sng" dirty="0"/>
          </a:p>
          <a:p>
            <a:pPr>
              <a:defRPr/>
            </a:pPr>
            <a:r>
              <a:rPr lang="en-US" sz="2500" b="1" i="1" dirty="0"/>
              <a:t>Complete</a:t>
            </a:r>
            <a:endParaRPr lang="en-US" sz="2500" dirty="0"/>
          </a:p>
          <a:p>
            <a:pPr>
              <a:defRPr/>
            </a:pPr>
            <a:r>
              <a:rPr lang="en-US" sz="2500" b="1" i="1" dirty="0"/>
              <a:t>Exhaustive</a:t>
            </a:r>
          </a:p>
          <a:p>
            <a:pPr>
              <a:defRPr/>
            </a:pPr>
            <a:endParaRPr lang="en-US" sz="2500" b="1" i="1" dirty="0"/>
          </a:p>
          <a:p>
            <a:pPr>
              <a:defRPr/>
            </a:pPr>
            <a:endParaRPr lang="en-US" sz="2500" b="1" i="1" dirty="0"/>
          </a:p>
          <a:p>
            <a:pPr>
              <a:defRPr/>
            </a:pPr>
            <a:r>
              <a:rPr lang="en-US" sz="2500" dirty="0"/>
              <a:t>We will need to track the </a:t>
            </a:r>
            <a:r>
              <a:rPr lang="en-US" sz="2500" b="1" dirty="0">
                <a:solidFill>
                  <a:srgbClr val="00FF00"/>
                </a:solidFill>
              </a:rPr>
              <a:t>given cost </a:t>
            </a:r>
            <a:r>
              <a:rPr lang="en-US" sz="2500" dirty="0"/>
              <a:t>for each state we encounter.</a:t>
            </a:r>
          </a:p>
        </p:txBody>
      </p:sp>
    </p:spTree>
    <p:extLst>
      <p:ext uri="{BB962C8B-B14F-4D97-AF65-F5344CB8AC3E}">
        <p14:creationId xmlns:p14="http://schemas.microsoft.com/office/powerpoint/2010/main" val="1976069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6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C000"/>
                                      </p:to>
                                    </p:animClr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C000"/>
                                      </p:to>
                                    </p:animClr>
                                    <p:set>
                                      <p:cBhvr>
                                        <p:cTn id="8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9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0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C000"/>
                                      </p:to>
                                    </p:animClr>
                                    <p:set>
                                      <p:cBhvr>
                                        <p:cTn id="11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12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2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C000"/>
                                      </p:to>
                                    </p:animClr>
                                    <p:set>
                                      <p:cBhvr>
                                        <p:cTn id="13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14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5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17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7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7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198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5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206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214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0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2" dur="813" fill="hold"/>
                                        <p:tgtEl>
                                          <p:spTgt spid="10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2.96296E-6 L 0.05964 -0.11041 " pathEditMode="relative" rAng="0" ptsTypes="AA">
                                      <p:cBhvr>
                                        <p:cTn id="226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82" y="-55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964 -0.11041 L 0.39909 -0.11041 " pathEditMode="relative" rAng="0" ptsTypes="AA">
                                      <p:cBhvr>
                                        <p:cTn id="230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96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9909 -0.11041 L 0.46433 0.00903 " pathEditMode="relative" rAng="0" ptsTypes="AA">
                                      <p:cBhvr>
                                        <p:cTn id="234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55" y="59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8"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9"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2" dur="813" fill="hold"/>
                                        <p:tgtEl>
                                          <p:spTgt spid="10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2" dur="500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7" dur="500"/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2" dur="500"/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7" dur="500"/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2" dur="500"/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7" dur="500"/>
                                        <p:tgtEl>
                                          <p:spTgt spid="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278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6"/>
                </p:tgtEl>
              </p:cMediaNode>
            </p:audio>
          </p:childTnLst>
        </p:cTn>
      </p:par>
    </p:tnLst>
    <p:bldLst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6" grpId="0"/>
      <p:bldP spid="67" grpId="0"/>
      <p:bldP spid="68" grpId="0"/>
      <p:bldP spid="69" grpId="0"/>
      <p:bldP spid="70" grpId="0"/>
      <p:bldP spid="65" grpId="0" animBg="1"/>
      <p:bldP spid="84" grpId="0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/>
      <p:bldP spid="101" grpId="0" animBg="1"/>
      <p:bldP spid="102" grpId="0" animBg="1"/>
      <p:bldP spid="103" grpId="0" animBg="1"/>
      <p:bldP spid="103" grpId="1" animBg="1"/>
      <p:bldP spid="10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D23DCD-6B0C-4D68-B80A-CB714C36F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357" y="146429"/>
            <a:ext cx="11182540" cy="691606"/>
          </a:xfrm>
        </p:spPr>
        <p:txBody>
          <a:bodyPr/>
          <a:lstStyle/>
          <a:p>
            <a:r>
              <a:rPr lang="en-US" dirty="0"/>
              <a:t>Uniform Cost Search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50ED40-B839-488F-818A-E2E5AB38E3DB}"/>
              </a:ext>
            </a:extLst>
          </p:cNvPr>
          <p:cNvSpPr txBox="1"/>
          <p:nvPr/>
        </p:nvSpPr>
        <p:spPr>
          <a:xfrm>
            <a:off x="4527789" y="838034"/>
            <a:ext cx="7136416" cy="5873537"/>
          </a:xfrm>
          <a:prstGeom prst="rect">
            <a:avLst/>
          </a:prstGeom>
          <a:solidFill>
            <a:srgbClr val="002060"/>
          </a:solidFill>
          <a:ln w="19050">
            <a:solidFill>
              <a:schemeClr val="bg1"/>
            </a:solidFill>
          </a:ln>
          <a:effectLst/>
        </p:spPr>
        <p:txBody>
          <a:bodyPr wrap="square" rtlCol="0">
            <a:no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def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breadthFirstSearch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(start, goal):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open = </a:t>
            </a:r>
            <a:r>
              <a:rPr lang="en-US" sz="1400" b="1" dirty="0" err="1">
                <a:solidFill>
                  <a:srgbClr val="FFFF00"/>
                </a:solidFill>
                <a:latin typeface="Consolas" panose="020B0609020204030204" pitchFamily="49" charset="0"/>
              </a:rPr>
              <a:t>priority_queue</a:t>
            </a:r>
            <a:r>
              <a:rPr lang="en-US" sz="1400" b="1" dirty="0">
                <a:solidFill>
                  <a:srgbClr val="FFFF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open.enqueue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PlannerNode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(start, None, </a:t>
            </a:r>
            <a:r>
              <a:rPr lang="en-US" sz="1400" b="1" dirty="0">
                <a:solidFill>
                  <a:srgbClr val="FFFF00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visited = { start: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open.peek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() }</a:t>
            </a:r>
          </a:p>
          <a:p>
            <a:endParaRPr lang="en-US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while not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len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(open) is 0: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  cur =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open.pop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()</a:t>
            </a:r>
          </a:p>
          <a:p>
            <a:endParaRPr lang="en-US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  if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current.vertex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is goal: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    return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build_solution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(start, current)</a:t>
            </a:r>
          </a:p>
          <a:p>
            <a:endParaRPr lang="en-US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  for edge in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current.vertex.edges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400" b="1" dirty="0">
                <a:solidFill>
                  <a:srgbClr val="00FF00"/>
                </a:solidFill>
                <a:latin typeface="Courier New" pitchFamily="49" charset="0"/>
              </a:rPr>
              <a:t>      </a:t>
            </a:r>
            <a:r>
              <a:rPr lang="en-US" sz="1400" b="1" dirty="0" err="1">
                <a:solidFill>
                  <a:srgbClr val="00FF00"/>
                </a:solidFill>
                <a:latin typeface="Courier New" pitchFamily="49" charset="0"/>
              </a:rPr>
              <a:t>newCost</a:t>
            </a:r>
            <a:r>
              <a:rPr lang="en-US" sz="1400" b="1" dirty="0">
                <a:solidFill>
                  <a:srgbClr val="00FF00"/>
                </a:solidFill>
                <a:latin typeface="Courier New" pitchFamily="49" charset="0"/>
              </a:rPr>
              <a:t> = </a:t>
            </a:r>
            <a:r>
              <a:rPr lang="en-US" sz="1400" b="1" dirty="0" err="1">
                <a:solidFill>
                  <a:srgbClr val="00FF00"/>
                </a:solidFill>
                <a:latin typeface="Courier New" pitchFamily="49" charset="0"/>
              </a:rPr>
              <a:t>cur.gCost</a:t>
            </a:r>
            <a:r>
              <a:rPr lang="en-US" sz="1400" b="1" dirty="0">
                <a:solidFill>
                  <a:srgbClr val="00FF00"/>
                </a:solidFill>
                <a:latin typeface="Courier New" pitchFamily="49" charset="0"/>
              </a:rPr>
              <a:t> + </a:t>
            </a:r>
            <a:r>
              <a:rPr lang="en-US" sz="1400" b="1" dirty="0" err="1">
                <a:solidFill>
                  <a:srgbClr val="00FF00"/>
                </a:solidFill>
                <a:latin typeface="Courier New" pitchFamily="49" charset="0"/>
              </a:rPr>
              <a:t>edge.cost</a:t>
            </a:r>
            <a:r>
              <a:rPr lang="en-US" sz="1400" b="1" dirty="0">
                <a:solidFill>
                  <a:srgbClr val="00FF00"/>
                </a:solidFill>
                <a:latin typeface="Courier New" pitchFamily="49" charset="0"/>
              </a:rPr>
              <a:t>;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    successor =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edge.endpoint</a:t>
            </a:r>
            <a:endParaRPr lang="en-US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en-US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    if not visited[successor]: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       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newNode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PlannerNode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(successor, current, </a:t>
            </a:r>
            <a:r>
              <a:rPr lang="en-US" sz="1400" b="1" dirty="0" err="1">
                <a:solidFill>
                  <a:srgbClr val="FFFF00"/>
                </a:solidFill>
                <a:latin typeface="Consolas" panose="020B0609020204030204" pitchFamily="49" charset="0"/>
              </a:rPr>
              <a:t>newCost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        visited[successor] =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newNode</a:t>
            </a:r>
            <a:endParaRPr lang="en-US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       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open.enqueue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newNode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      </a:t>
            </a:r>
            <a:r>
              <a:rPr lang="en-US" sz="1400" b="1" dirty="0">
                <a:solidFill>
                  <a:srgbClr val="00FF00"/>
                </a:solidFill>
                <a:latin typeface="Consolas" panose="020B0609020204030204" pitchFamily="49" charset="0"/>
              </a:rPr>
              <a:t>else:</a:t>
            </a:r>
          </a:p>
          <a:p>
            <a:r>
              <a:rPr lang="en-US" sz="1400" b="1" dirty="0">
                <a:solidFill>
                  <a:srgbClr val="00FF00"/>
                </a:solidFill>
                <a:latin typeface="Courier New"/>
              </a:rPr>
              <a:t>        if </a:t>
            </a:r>
            <a:r>
              <a:rPr lang="en-US" sz="1400" b="1" dirty="0" err="1">
                <a:solidFill>
                  <a:srgbClr val="00FF00"/>
                </a:solidFill>
                <a:latin typeface="Courier New"/>
              </a:rPr>
              <a:t>newCost</a:t>
            </a:r>
            <a:r>
              <a:rPr lang="en-US" sz="1400" b="1" dirty="0">
                <a:solidFill>
                  <a:srgbClr val="00FF00"/>
                </a:solidFill>
                <a:latin typeface="Courier New"/>
              </a:rPr>
              <a:t> &lt; visited[successor].</a:t>
            </a:r>
            <a:r>
              <a:rPr lang="en-US" sz="1400" b="1" dirty="0" err="1">
                <a:solidFill>
                  <a:srgbClr val="00FF00"/>
                </a:solidFill>
                <a:latin typeface="Courier New"/>
              </a:rPr>
              <a:t>gCost</a:t>
            </a:r>
            <a:r>
              <a:rPr lang="en-US" sz="1400" b="1" dirty="0">
                <a:solidFill>
                  <a:srgbClr val="00FF00"/>
                </a:solidFill>
                <a:latin typeface="Courier New"/>
              </a:rPr>
              <a:t>:</a:t>
            </a:r>
          </a:p>
          <a:p>
            <a:r>
              <a:rPr lang="en-US" sz="1400" b="1" dirty="0">
                <a:solidFill>
                  <a:srgbClr val="00FF00"/>
                </a:solidFill>
                <a:latin typeface="Courier New"/>
              </a:rPr>
              <a:t>          visited[successor].</a:t>
            </a:r>
            <a:r>
              <a:rPr lang="en-US" sz="1400" b="1" dirty="0" err="1">
                <a:solidFill>
                  <a:srgbClr val="00FF00"/>
                </a:solidFill>
                <a:latin typeface="Courier New"/>
              </a:rPr>
              <a:t>gCost</a:t>
            </a:r>
            <a:r>
              <a:rPr lang="en-US" sz="1400" b="1" dirty="0">
                <a:solidFill>
                  <a:srgbClr val="00FF00"/>
                </a:solidFill>
                <a:latin typeface="Courier New"/>
              </a:rPr>
              <a:t> = </a:t>
            </a:r>
            <a:r>
              <a:rPr lang="en-US" sz="1400" b="1" dirty="0" err="1">
                <a:solidFill>
                  <a:srgbClr val="00FF00"/>
                </a:solidFill>
                <a:latin typeface="Courier New"/>
              </a:rPr>
              <a:t>newCost</a:t>
            </a:r>
            <a:endParaRPr lang="en-US" sz="1400" b="1" dirty="0">
              <a:solidFill>
                <a:srgbClr val="00FF00"/>
              </a:solidFill>
              <a:latin typeface="Courier New"/>
            </a:endParaRPr>
          </a:p>
          <a:p>
            <a:r>
              <a:rPr lang="en-US" sz="1400" b="1" dirty="0">
                <a:solidFill>
                  <a:srgbClr val="00FF00"/>
                </a:solidFill>
                <a:latin typeface="Courier New"/>
              </a:rPr>
              <a:t>          visited[successor].parent = current</a:t>
            </a:r>
          </a:p>
          <a:p>
            <a:r>
              <a:rPr lang="en-US" sz="1400" b="1" dirty="0">
                <a:solidFill>
                  <a:srgbClr val="00FF00"/>
                </a:solidFill>
                <a:latin typeface="Courier New"/>
              </a:rPr>
              <a:t>          if not visited[successor] in open:</a:t>
            </a:r>
          </a:p>
          <a:p>
            <a:r>
              <a:rPr lang="en-US" sz="1400" b="1" dirty="0">
                <a:solidFill>
                  <a:srgbClr val="00FF00"/>
                </a:solidFill>
                <a:latin typeface="Courier New"/>
              </a:rPr>
              <a:t>            </a:t>
            </a:r>
            <a:r>
              <a:rPr lang="en-US" sz="1400" b="1" dirty="0" err="1">
                <a:solidFill>
                  <a:srgbClr val="00FF00"/>
                </a:solidFill>
                <a:latin typeface="Courier New"/>
              </a:rPr>
              <a:t>open.enqueue</a:t>
            </a:r>
            <a:r>
              <a:rPr lang="en-US" sz="1400" b="1" dirty="0">
                <a:solidFill>
                  <a:srgbClr val="00FF00"/>
                </a:solidFill>
                <a:latin typeface="Courier New"/>
              </a:rPr>
              <a:t>(visited[successor])</a:t>
            </a:r>
          </a:p>
          <a:p>
            <a:r>
              <a:rPr lang="en-US" sz="1400" b="1" dirty="0">
                <a:solidFill>
                  <a:srgbClr val="00FF00"/>
                </a:solidFill>
                <a:latin typeface="Courier New"/>
              </a:rPr>
              <a:t>          else:</a:t>
            </a:r>
          </a:p>
          <a:p>
            <a:r>
              <a:rPr lang="en-US" sz="1400" b="1" dirty="0">
                <a:solidFill>
                  <a:srgbClr val="00FF00"/>
                </a:solidFill>
                <a:latin typeface="Courier New"/>
                <a:sym typeface="Wingdings" panose="05000000000000000000" pitchFamily="2" charset="2"/>
              </a:rPr>
              <a:t>            </a:t>
            </a:r>
            <a:r>
              <a:rPr lang="en-US" sz="1400" b="1" dirty="0" err="1">
                <a:solidFill>
                  <a:srgbClr val="00FF00"/>
                </a:solidFill>
                <a:latin typeface="Courier New"/>
                <a:sym typeface="Wingdings" panose="05000000000000000000" pitchFamily="2" charset="2"/>
              </a:rPr>
              <a:t>open.resort</a:t>
            </a:r>
            <a:r>
              <a:rPr lang="en-US" sz="1400" b="1" dirty="0">
                <a:solidFill>
                  <a:srgbClr val="00FF00"/>
                </a:solidFill>
                <a:latin typeface="Courier New"/>
                <a:sym typeface="Wingdings" panose="05000000000000000000" pitchFamily="2" charset="2"/>
              </a:rPr>
              <a:t>()</a:t>
            </a:r>
            <a:endParaRPr lang="en-US" sz="14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D9297E-D10F-48BC-849D-3520407D7B16}"/>
              </a:ext>
            </a:extLst>
          </p:cNvPr>
          <p:cNvSpPr txBox="1"/>
          <p:nvPr/>
        </p:nvSpPr>
        <p:spPr>
          <a:xfrm>
            <a:off x="481665" y="838035"/>
            <a:ext cx="3781577" cy="2786677"/>
          </a:xfrm>
          <a:prstGeom prst="rect">
            <a:avLst/>
          </a:prstGeom>
          <a:solidFill>
            <a:srgbClr val="002060"/>
          </a:solidFill>
          <a:ln w="19050">
            <a:solidFill>
              <a:schemeClr val="bg1"/>
            </a:solidFill>
          </a:ln>
          <a:effectLst/>
        </p:spPr>
        <p:txBody>
          <a:bodyPr wrap="square" rtlCol="0">
            <a:norm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class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PlannerNode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def __init__(self, v, p, g):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self.vertex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= v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self.parent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= p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b="1" dirty="0" err="1">
                <a:solidFill>
                  <a:srgbClr val="FFFF00"/>
                </a:solidFill>
                <a:latin typeface="Consolas" panose="020B0609020204030204" pitchFamily="49" charset="0"/>
              </a:rPr>
              <a:t>self.gCost</a:t>
            </a:r>
            <a:r>
              <a:rPr lang="en-US" sz="1500" b="1" dirty="0">
                <a:solidFill>
                  <a:srgbClr val="FFFF00"/>
                </a:solidFill>
                <a:latin typeface="Consolas" panose="020B0609020204030204" pitchFamily="49" charset="0"/>
              </a:rPr>
              <a:t> = g</a:t>
            </a:r>
          </a:p>
          <a:p>
            <a:endParaRPr lang="en-US" sz="1500" b="1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r>
              <a:rPr lang="en-US" sz="1500" b="1" dirty="0">
                <a:solidFill>
                  <a:srgbClr val="FFFF00"/>
                </a:solidFill>
                <a:latin typeface="Consolas" panose="020B0609020204030204" pitchFamily="49" charset="0"/>
              </a:rPr>
              <a:t>  def __eq__(self, </a:t>
            </a:r>
            <a:r>
              <a:rPr lang="en-US" sz="1500" b="1" dirty="0" err="1">
                <a:solidFill>
                  <a:srgbClr val="FFFF00"/>
                </a:solidFill>
                <a:latin typeface="Consolas" panose="020B0609020204030204" pitchFamily="49" charset="0"/>
              </a:rPr>
              <a:t>oth</a:t>
            </a:r>
            <a:r>
              <a:rPr lang="en-US" sz="1500" b="1" dirty="0">
                <a:solidFill>
                  <a:srgbClr val="FFFF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500" b="1" dirty="0">
                <a:solidFill>
                  <a:srgbClr val="FFFF00"/>
                </a:solidFill>
                <a:latin typeface="Consolas" panose="020B0609020204030204" pitchFamily="49" charset="0"/>
              </a:rPr>
              <a:t>    return </a:t>
            </a:r>
            <a:r>
              <a:rPr lang="en-US" sz="1500" b="1" dirty="0" err="1">
                <a:solidFill>
                  <a:srgbClr val="FFFF00"/>
                </a:solidFill>
                <a:latin typeface="Consolas" panose="020B0609020204030204" pitchFamily="49" charset="0"/>
              </a:rPr>
              <a:t>self.gCost</a:t>
            </a:r>
            <a:r>
              <a:rPr lang="en-US" sz="1500" b="1" dirty="0">
                <a:solidFill>
                  <a:srgbClr val="FFFF00"/>
                </a:solidFill>
                <a:latin typeface="Consolas" panose="020B0609020204030204" pitchFamily="49" charset="0"/>
              </a:rPr>
              <a:t> == </a:t>
            </a:r>
            <a:r>
              <a:rPr lang="en-US" sz="1500" b="1" dirty="0" err="1">
                <a:solidFill>
                  <a:srgbClr val="FFFF00"/>
                </a:solidFill>
                <a:latin typeface="Consolas" panose="020B0609020204030204" pitchFamily="49" charset="0"/>
              </a:rPr>
              <a:t>oth.gCost</a:t>
            </a:r>
            <a:endParaRPr lang="en-US" sz="1500" b="1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endParaRPr lang="en-US" sz="1500" b="1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r>
              <a:rPr lang="en-US" sz="1500" b="1" dirty="0">
                <a:solidFill>
                  <a:srgbClr val="FFFF00"/>
                </a:solidFill>
                <a:latin typeface="Consolas" panose="020B0609020204030204" pitchFamily="49" charset="0"/>
              </a:rPr>
              <a:t>  def __</a:t>
            </a:r>
            <a:r>
              <a:rPr lang="en-US" sz="1500" b="1" dirty="0" err="1">
                <a:solidFill>
                  <a:srgbClr val="FFFF00"/>
                </a:solidFill>
                <a:latin typeface="Consolas" panose="020B0609020204030204" pitchFamily="49" charset="0"/>
              </a:rPr>
              <a:t>lt</a:t>
            </a:r>
            <a:r>
              <a:rPr lang="en-US" sz="1500" b="1" dirty="0">
                <a:solidFill>
                  <a:srgbClr val="FFFF00"/>
                </a:solidFill>
                <a:latin typeface="Consolas" panose="020B0609020204030204" pitchFamily="49" charset="0"/>
              </a:rPr>
              <a:t>__(self, </a:t>
            </a:r>
            <a:r>
              <a:rPr lang="en-US" sz="1500" b="1" dirty="0" err="1">
                <a:solidFill>
                  <a:srgbClr val="FFFF00"/>
                </a:solidFill>
                <a:latin typeface="Consolas" panose="020B0609020204030204" pitchFamily="49" charset="0"/>
              </a:rPr>
              <a:t>oth</a:t>
            </a:r>
            <a:r>
              <a:rPr lang="en-US" sz="1500" b="1" dirty="0">
                <a:solidFill>
                  <a:srgbClr val="FFFF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500" b="1" dirty="0">
                <a:solidFill>
                  <a:srgbClr val="FFFF00"/>
                </a:solidFill>
                <a:latin typeface="Consolas" panose="020B0609020204030204" pitchFamily="49" charset="0"/>
              </a:rPr>
              <a:t>    return </a:t>
            </a:r>
            <a:r>
              <a:rPr lang="en-US" sz="1500" b="1" err="1">
                <a:solidFill>
                  <a:srgbClr val="FFFF00"/>
                </a:solidFill>
                <a:latin typeface="Consolas" panose="020B0609020204030204" pitchFamily="49" charset="0"/>
              </a:rPr>
              <a:t>self</a:t>
            </a:r>
            <a:r>
              <a:rPr lang="en-US" sz="1500" b="1">
                <a:solidFill>
                  <a:srgbClr val="FFFF00"/>
                </a:solidFill>
                <a:latin typeface="Consolas" panose="020B0609020204030204" pitchFamily="49" charset="0"/>
              </a:rPr>
              <a:t>.gCost</a:t>
            </a:r>
            <a:r>
              <a:rPr lang="en-US" sz="1500" b="1" dirty="0">
                <a:solidFill>
                  <a:srgbClr val="FFFF00"/>
                </a:solidFill>
                <a:latin typeface="Consolas" panose="020B0609020204030204" pitchFamily="49" charset="0"/>
              </a:rPr>
              <a:t> &lt; </a:t>
            </a:r>
            <a:r>
              <a:rPr lang="en-US" sz="1500" b="1" dirty="0" err="1">
                <a:solidFill>
                  <a:srgbClr val="FFFF00"/>
                </a:solidFill>
                <a:latin typeface="Consolas" panose="020B0609020204030204" pitchFamily="49" charset="0"/>
              </a:rPr>
              <a:t>oth.gCost</a:t>
            </a:r>
            <a:endParaRPr lang="en-US" sz="1500" b="1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endParaRPr lang="en-US" sz="1500" b="1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1280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4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4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4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7CDE4DC1-CE91-4599-A136-2C12868F7D1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Uniform-Cost Search: Problems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A1DF21B0-C4CA-4DC1-A5DE-DEEAD49122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0"/>
            <a:ext cx="8229600" cy="4876800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sz="2800" u="sng" dirty="0"/>
              <a:t>Problems with Uniform-Cost Search:</a:t>
            </a:r>
          </a:p>
          <a:p>
            <a:pPr lvl="1"/>
            <a:r>
              <a:rPr lang="en-US" sz="2800" dirty="0"/>
              <a:t> Consumes a lot of memory</a:t>
            </a:r>
          </a:p>
          <a:p>
            <a:pPr lvl="1"/>
            <a:r>
              <a:rPr lang="en-US" sz="2800" dirty="0"/>
              <a:t> Takes a lot of CPU time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sz="28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sz="2800" dirty="0"/>
              <a:t>	It’s optimal in total cost to goal, so it’s a bit better than BFS, but it isn’t as fast as Greedy Best-First Search.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sz="28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sz="2800" dirty="0"/>
              <a:t>	If only we could combine the benefits of Greedy Best-First Search (speed) and UCS (optimality)…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DB8D11AC-6A50-49E7-90EE-1C69685EAD0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1420091" y="104775"/>
            <a:ext cx="9130146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A*: It’s Good to Be the King</a:t>
            </a:r>
            <a:br>
              <a:rPr lang="en-US" dirty="0"/>
            </a:br>
            <a:r>
              <a:rPr lang="en-US" sz="4000" dirty="0"/>
              <a:t>(of optimal search)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22AFCF6E-B97F-440D-92B3-9B29D534AA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8400" y="1598556"/>
            <a:ext cx="11415199" cy="497328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  <a:defRPr/>
            </a:pPr>
            <a:r>
              <a:rPr lang="en-US" sz="2000" dirty="0"/>
              <a:t>We can combine the look-ahead (speed) and the look-behind (optimality) into the </a:t>
            </a:r>
            <a:r>
              <a:rPr lang="en-US" sz="2000" b="1" i="1" dirty="0">
                <a:solidFill>
                  <a:srgbClr val="00FF00"/>
                </a:solidFill>
              </a:rPr>
              <a:t>final cost</a:t>
            </a:r>
            <a:r>
              <a:rPr lang="en-US" sz="2000" dirty="0"/>
              <a:t> – the sum of given and heuristic costs. This method is called the  </a:t>
            </a:r>
            <a:r>
              <a:rPr lang="en-US" sz="2000" u="sng" dirty="0">
                <a:solidFill>
                  <a:srgbClr val="00FF00"/>
                </a:solidFill>
              </a:rPr>
              <a:t>A* (A-Star) Search</a:t>
            </a:r>
            <a:r>
              <a:rPr lang="en-US" sz="2000" dirty="0"/>
              <a:t>.</a:t>
            </a:r>
          </a:p>
          <a:p>
            <a:pPr eaLnBrk="1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Wingdings" panose="05000000000000000000" pitchFamily="2" charset="2"/>
              <a:buNone/>
              <a:defRPr/>
            </a:pPr>
            <a:endParaRPr lang="en-US" sz="2000" dirty="0"/>
          </a:p>
          <a:p>
            <a:pPr eaLnBrk="1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Wingdings" panose="05000000000000000000" pitchFamily="2" charset="2"/>
              <a:buNone/>
              <a:defRPr/>
            </a:pPr>
            <a:r>
              <a:rPr lang="en-US" sz="2000" dirty="0"/>
              <a:t>We call a heuristic </a:t>
            </a:r>
            <a:r>
              <a:rPr lang="en-US" sz="2000" b="1" i="1" dirty="0">
                <a:solidFill>
                  <a:srgbClr val="00FF00"/>
                </a:solidFill>
              </a:rPr>
              <a:t>admissible</a:t>
            </a:r>
            <a:r>
              <a:rPr lang="en-US" sz="2000" dirty="0"/>
              <a:t> if it never overestimates the cost to the goal. It can be proven that if the heuristic used in A* is admissible, </a:t>
            </a:r>
            <a:r>
              <a:rPr lang="en-US" sz="2000" u="sng" dirty="0"/>
              <a:t>then A* is optimal.</a:t>
            </a:r>
          </a:p>
          <a:p>
            <a:pPr marL="0" indent="0" eaLnBrk="1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  <a:defRPr/>
            </a:pPr>
            <a:endParaRPr lang="en-US" sz="2000" b="1" i="1" dirty="0">
              <a:solidFill>
                <a:srgbClr val="00FF00"/>
              </a:solidFill>
            </a:endParaRP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/>
            </a:pPr>
            <a:r>
              <a:rPr lang="en-US" sz="2000" u="sng" dirty="0"/>
              <a:t>A* Search is:</a:t>
            </a: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2000" b="1" i="1" dirty="0"/>
              <a:t>Systematic</a:t>
            </a:r>
            <a:endParaRPr lang="en-US" sz="2000" dirty="0"/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2000" b="1" i="1" dirty="0"/>
              <a:t>Informed</a:t>
            </a:r>
            <a:endParaRPr lang="en-US" sz="2000" dirty="0"/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2000" b="1" i="1" dirty="0"/>
              <a:t>Optimal in cost</a:t>
            </a:r>
            <a:r>
              <a:rPr lang="en-US" sz="2000" dirty="0"/>
              <a:t> (</a:t>
            </a:r>
            <a:r>
              <a:rPr lang="en-US" sz="2000" b="1" dirty="0">
                <a:solidFill>
                  <a:srgbClr val="00FF00"/>
                </a:solidFill>
              </a:rPr>
              <a:t>when heuristic is admissible</a:t>
            </a:r>
            <a:r>
              <a:rPr lang="en-US" sz="2000" dirty="0"/>
              <a:t>)</a:t>
            </a: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2000" b="1" i="1" dirty="0"/>
              <a:t>Complete*</a:t>
            </a:r>
            <a:endParaRPr lang="en-US" sz="2000" dirty="0"/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2000" b="1" i="1" dirty="0"/>
              <a:t>Exhaustive</a:t>
            </a:r>
          </a:p>
          <a:p>
            <a:pPr marL="0" indent="0" eaLnBrk="1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  <a:defRPr/>
            </a:pPr>
            <a:endParaRPr lang="en-US" sz="2000" b="1" i="1" dirty="0">
              <a:solidFill>
                <a:srgbClr val="00FF00"/>
              </a:solidFill>
            </a:endParaRP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/>
            </a:pPr>
            <a:r>
              <a:rPr lang="en-US" sz="2000" dirty="0"/>
              <a:t>A </a:t>
            </a:r>
            <a:r>
              <a:rPr lang="en-US" sz="2000" b="1" i="1" dirty="0">
                <a:solidFill>
                  <a:srgbClr val="00FF00"/>
                </a:solidFill>
              </a:rPr>
              <a:t>heuristic weight</a:t>
            </a:r>
            <a:r>
              <a:rPr lang="en-US" sz="2000" dirty="0"/>
              <a:t> can increase heuristic influence but will effect optimality.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Wingdings" panose="05000000000000000000" pitchFamily="2" charset="2"/>
              <a:buNone/>
              <a:defRPr/>
            </a:pPr>
            <a:endParaRPr lang="en-US" sz="2000" dirty="0"/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Wingdings" panose="05000000000000000000" pitchFamily="2" charset="2"/>
              <a:buNone/>
              <a:defRPr/>
            </a:pP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3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37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37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37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37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1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D23DCD-6B0C-4D68-B80A-CB714C36F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357" y="70229"/>
            <a:ext cx="11182540" cy="691606"/>
          </a:xfrm>
        </p:spPr>
        <p:txBody>
          <a:bodyPr/>
          <a:lstStyle/>
          <a:p>
            <a:r>
              <a:rPr lang="en-US" dirty="0"/>
              <a:t>A* Search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50ED40-B839-488F-818A-E2E5AB38E3DB}"/>
              </a:ext>
            </a:extLst>
          </p:cNvPr>
          <p:cNvSpPr txBox="1"/>
          <p:nvPr/>
        </p:nvSpPr>
        <p:spPr>
          <a:xfrm>
            <a:off x="3920737" y="647534"/>
            <a:ext cx="8083708" cy="6048541"/>
          </a:xfrm>
          <a:prstGeom prst="rect">
            <a:avLst/>
          </a:prstGeom>
          <a:solidFill>
            <a:srgbClr val="002060"/>
          </a:solidFill>
          <a:ln w="19050">
            <a:solidFill>
              <a:schemeClr val="bg1"/>
            </a:solidFill>
          </a:ln>
          <a:effectLst/>
        </p:spPr>
        <p:txBody>
          <a:bodyPr wrap="square" rtlCol="0">
            <a:no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def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breadthFirstSearch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(start, goal):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open = </a:t>
            </a:r>
            <a:r>
              <a:rPr lang="en-US" sz="1400" b="1" dirty="0" err="1">
                <a:solidFill>
                  <a:srgbClr val="FFFF00"/>
                </a:solidFill>
                <a:latin typeface="Consolas" panose="020B0609020204030204" pitchFamily="49" charset="0"/>
              </a:rPr>
              <a:t>priority_queue</a:t>
            </a:r>
            <a:r>
              <a:rPr lang="en-US" sz="1400" b="1" dirty="0">
                <a:solidFill>
                  <a:srgbClr val="FFFF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open.enqueue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PlannerNode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(start, None, </a:t>
            </a:r>
            <a:r>
              <a:rPr lang="en-US" sz="1400" b="1" dirty="0">
                <a:solidFill>
                  <a:srgbClr val="FFFF00"/>
                </a:solidFill>
                <a:latin typeface="Consolas" panose="020B0609020204030204" pitchFamily="49" charset="0"/>
              </a:rPr>
              <a:t>0, </a:t>
            </a:r>
            <a:r>
              <a:rPr lang="en-US" sz="1400" b="1" dirty="0" err="1">
                <a:solidFill>
                  <a:srgbClr val="FFFF00"/>
                </a:solidFill>
                <a:latin typeface="Consolas" panose="020B0609020204030204" pitchFamily="49" charset="0"/>
              </a:rPr>
              <a:t>est</a:t>
            </a:r>
            <a:r>
              <a:rPr lang="en-US" sz="1400" b="1" dirty="0">
                <a:solidFill>
                  <a:srgbClr val="FFFF00"/>
                </a:solidFill>
                <a:latin typeface="Consolas" panose="020B0609020204030204" pitchFamily="49" charset="0"/>
              </a:rPr>
              <a:t>(start, goal)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visited = { start: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open.peek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() }</a:t>
            </a:r>
          </a:p>
          <a:p>
            <a:endParaRPr lang="en-US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while not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len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(open) is 0: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  cur =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open.pop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()</a:t>
            </a:r>
          </a:p>
          <a:p>
            <a:endParaRPr lang="en-US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  if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current.vertex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is goal: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    return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build_solution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(start, current)</a:t>
            </a:r>
          </a:p>
          <a:p>
            <a:endParaRPr lang="en-US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  for edge in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current.vertex.edges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400" b="1" dirty="0">
                <a:solidFill>
                  <a:schemeClr val="bg1"/>
                </a:solidFill>
                <a:latin typeface="Consolas" panose="020B0609020204030204" pitchFamily="49" charset="0"/>
              </a:rPr>
              <a:t>      </a:t>
            </a:r>
            <a:r>
              <a:rPr lang="en-US" sz="1400" b="1" dirty="0" err="1">
                <a:solidFill>
                  <a:srgbClr val="FFFF00"/>
                </a:solidFill>
                <a:latin typeface="Consolas" panose="020B0609020204030204" pitchFamily="49" charset="0"/>
              </a:rPr>
              <a:t>newCost</a:t>
            </a:r>
            <a:r>
              <a:rPr lang="en-US" sz="1400" b="1" dirty="0">
                <a:solidFill>
                  <a:srgbClr val="FFFF00"/>
                </a:solidFill>
                <a:latin typeface="Consolas" panose="020B0609020204030204" pitchFamily="49" charset="0"/>
              </a:rPr>
              <a:t> = </a:t>
            </a:r>
            <a:r>
              <a:rPr lang="en-US" sz="1400" b="1" dirty="0" err="1">
                <a:solidFill>
                  <a:srgbClr val="FFFF00"/>
                </a:solidFill>
                <a:latin typeface="Consolas" panose="020B0609020204030204" pitchFamily="49" charset="0"/>
              </a:rPr>
              <a:t>cur.gCost</a:t>
            </a:r>
            <a:r>
              <a:rPr lang="en-US" sz="1400" b="1" dirty="0">
                <a:solidFill>
                  <a:srgbClr val="FFFF00"/>
                </a:solidFill>
                <a:latin typeface="Consolas" panose="020B0609020204030204" pitchFamily="49" charset="0"/>
              </a:rPr>
              <a:t> + </a:t>
            </a:r>
            <a:r>
              <a:rPr lang="en-US" sz="1400" b="1" dirty="0" err="1">
                <a:solidFill>
                  <a:srgbClr val="FFFF00"/>
                </a:solidFill>
                <a:latin typeface="Consolas" panose="020B0609020204030204" pitchFamily="49" charset="0"/>
              </a:rPr>
              <a:t>edge.cost</a:t>
            </a:r>
            <a:r>
              <a:rPr lang="en-US" sz="1400" b="1" dirty="0">
                <a:solidFill>
                  <a:srgbClr val="FFFF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    successor =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edge.endpoint</a:t>
            </a:r>
            <a:endParaRPr lang="en-US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en-US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    if not visited[successor]: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       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newNode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PlannerNode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(successor, current, </a:t>
            </a:r>
            <a:r>
              <a:rPr lang="en-US" sz="1400" b="1" dirty="0" err="1">
                <a:solidFill>
                  <a:srgbClr val="FFFF00"/>
                </a:solidFill>
                <a:latin typeface="Consolas" panose="020B0609020204030204" pitchFamily="49" charset="0"/>
              </a:rPr>
              <a:t>newCost</a:t>
            </a:r>
            <a:r>
              <a:rPr lang="en-US" sz="1400" b="1" dirty="0">
                <a:solidFill>
                  <a:srgbClr val="FFFF00"/>
                </a:solidFill>
                <a:latin typeface="Consolas" panose="020B0609020204030204" pitchFamily="49" charset="0"/>
              </a:rPr>
              <a:t>, </a:t>
            </a:r>
            <a:r>
              <a:rPr lang="en-US" sz="1400" b="1" dirty="0" err="1">
                <a:solidFill>
                  <a:srgbClr val="FFFF00"/>
                </a:solidFill>
                <a:latin typeface="Consolas" panose="020B0609020204030204" pitchFamily="49" charset="0"/>
              </a:rPr>
              <a:t>est</a:t>
            </a:r>
            <a:r>
              <a:rPr lang="en-US" sz="1400" b="1" dirty="0">
                <a:solidFill>
                  <a:srgbClr val="FFFF00"/>
                </a:solidFill>
                <a:latin typeface="Consolas" panose="020B0609020204030204" pitchFamily="49" charset="0"/>
              </a:rPr>
              <a:t>(current, goal)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        visited[successor] =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newNode</a:t>
            </a:r>
            <a:endParaRPr lang="en-US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       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open.enqueue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newNode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b="1" dirty="0">
                <a:solidFill>
                  <a:schemeClr val="bg1"/>
                </a:solidFill>
                <a:latin typeface="Consolas" panose="020B0609020204030204" pitchFamily="49" charset="0"/>
              </a:rPr>
              <a:t>      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else: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      if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newCost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&lt; visited[successor].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gCost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        visited[successor].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gCost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newCost</a:t>
            </a:r>
            <a:endParaRPr lang="en-US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00FF00"/>
                </a:solidFill>
                <a:latin typeface="Consolas" panose="020B0609020204030204" pitchFamily="49" charset="0"/>
              </a:rPr>
              <a:t>          visited[successor].</a:t>
            </a:r>
            <a:r>
              <a:rPr lang="en-US" sz="1400" b="1" dirty="0" err="1">
                <a:solidFill>
                  <a:srgbClr val="00FF00"/>
                </a:solidFill>
                <a:latin typeface="Consolas" panose="020B0609020204030204" pitchFamily="49" charset="0"/>
              </a:rPr>
              <a:t>fCost</a:t>
            </a:r>
            <a:r>
              <a:rPr lang="en-US" sz="1400" b="1" dirty="0">
                <a:solidFill>
                  <a:srgbClr val="00FF00"/>
                </a:solidFill>
                <a:latin typeface="Consolas" panose="020B0609020204030204" pitchFamily="49" charset="0"/>
              </a:rPr>
              <a:t> = visited[successor].</a:t>
            </a:r>
            <a:r>
              <a:rPr lang="en-US" sz="1400" b="1" dirty="0" err="1">
                <a:solidFill>
                  <a:srgbClr val="00FF00"/>
                </a:solidFill>
                <a:latin typeface="Consolas" panose="020B0609020204030204" pitchFamily="49" charset="0"/>
              </a:rPr>
              <a:t>hCost</a:t>
            </a:r>
            <a:r>
              <a:rPr lang="en-US" sz="1400" b="1" dirty="0">
                <a:solidFill>
                  <a:srgbClr val="00FF00"/>
                </a:solidFill>
                <a:latin typeface="Consolas" panose="020B0609020204030204" pitchFamily="49" charset="0"/>
              </a:rPr>
              <a:t> + </a:t>
            </a:r>
            <a:r>
              <a:rPr lang="en-US" sz="1400" b="1" dirty="0" err="1">
                <a:solidFill>
                  <a:srgbClr val="00FF00"/>
                </a:solidFill>
                <a:latin typeface="Consolas" panose="020B0609020204030204" pitchFamily="49" charset="0"/>
              </a:rPr>
              <a:t>newCost</a:t>
            </a:r>
            <a:endParaRPr lang="en-US" sz="1400" b="1" dirty="0">
              <a:solidFill>
                <a:srgbClr val="00FF00"/>
              </a:solidFill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chemeClr val="bg1"/>
                </a:solidFill>
                <a:latin typeface="Consolas" panose="020B0609020204030204" pitchFamily="49" charset="0"/>
              </a:rPr>
              <a:t>          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visited[successor].parent = current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        if not visited[successor] in open: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open.enqueue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(visited[successor])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        else: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open.resort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D9297E-D10F-48BC-849D-3520407D7B16}"/>
              </a:ext>
            </a:extLst>
          </p:cNvPr>
          <p:cNvSpPr txBox="1"/>
          <p:nvPr/>
        </p:nvSpPr>
        <p:spPr>
          <a:xfrm>
            <a:off x="187555" y="647534"/>
            <a:ext cx="3733182" cy="2905084"/>
          </a:xfrm>
          <a:prstGeom prst="rect">
            <a:avLst/>
          </a:prstGeom>
          <a:solidFill>
            <a:srgbClr val="002060"/>
          </a:solidFill>
          <a:ln w="19050">
            <a:solidFill>
              <a:schemeClr val="bg1"/>
            </a:solidFill>
          </a:ln>
          <a:effectLst/>
        </p:spPr>
        <p:txBody>
          <a:bodyPr wrap="square" rtlCol="0">
            <a:no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class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PlannerNode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def __init__(self, v, p, g, h):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self.vertex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= v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self.parent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= p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400" b="1" dirty="0" err="1">
                <a:solidFill>
                  <a:srgbClr val="FFFF00"/>
                </a:solidFill>
                <a:latin typeface="Consolas" panose="020B0609020204030204" pitchFamily="49" charset="0"/>
              </a:rPr>
              <a:t>self.gCost</a:t>
            </a:r>
            <a:r>
              <a:rPr lang="en-US" sz="1400" b="1" dirty="0">
                <a:solidFill>
                  <a:srgbClr val="FFFF00"/>
                </a:solidFill>
                <a:latin typeface="Consolas" panose="020B0609020204030204" pitchFamily="49" charset="0"/>
              </a:rPr>
              <a:t> = g</a:t>
            </a:r>
          </a:p>
          <a:p>
            <a:r>
              <a:rPr lang="en-US" sz="1400" b="1" dirty="0">
                <a:solidFill>
                  <a:srgbClr val="FFFF00"/>
                </a:solidFill>
                <a:latin typeface="Consolas" panose="020B0609020204030204" pitchFamily="49" charset="0"/>
              </a:rPr>
              <a:t>    </a:t>
            </a:r>
            <a:r>
              <a:rPr lang="en-US" sz="1400" b="1" dirty="0" err="1">
                <a:solidFill>
                  <a:srgbClr val="FFFF00"/>
                </a:solidFill>
                <a:latin typeface="Consolas" panose="020B0609020204030204" pitchFamily="49" charset="0"/>
              </a:rPr>
              <a:t>self.hCost</a:t>
            </a:r>
            <a:r>
              <a:rPr lang="en-US" sz="1400" b="1" dirty="0">
                <a:solidFill>
                  <a:srgbClr val="FFFF00"/>
                </a:solidFill>
                <a:latin typeface="Consolas" panose="020B0609020204030204" pitchFamily="49" charset="0"/>
              </a:rPr>
              <a:t> = h</a:t>
            </a:r>
          </a:p>
          <a:p>
            <a:r>
              <a:rPr lang="en-US" sz="1400" b="1" dirty="0">
                <a:solidFill>
                  <a:srgbClr val="00FF00"/>
                </a:solidFill>
                <a:latin typeface="Consolas" panose="020B0609020204030204" pitchFamily="49" charset="0"/>
              </a:rPr>
              <a:t>    </a:t>
            </a:r>
            <a:r>
              <a:rPr lang="en-US" sz="1400" b="1" dirty="0" err="1">
                <a:solidFill>
                  <a:srgbClr val="00FF00"/>
                </a:solidFill>
                <a:latin typeface="Consolas" panose="020B0609020204030204" pitchFamily="49" charset="0"/>
              </a:rPr>
              <a:t>self.fCost</a:t>
            </a:r>
            <a:r>
              <a:rPr lang="en-US" sz="1400" b="1" dirty="0">
                <a:solidFill>
                  <a:srgbClr val="00FF00"/>
                </a:solidFill>
                <a:latin typeface="Consolas" panose="020B0609020204030204" pitchFamily="49" charset="0"/>
              </a:rPr>
              <a:t> = g + h</a:t>
            </a:r>
          </a:p>
          <a:p>
            <a:endParaRPr lang="en-US" sz="1400" b="1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FFFF00"/>
                </a:solidFill>
                <a:latin typeface="Consolas" panose="020B0609020204030204" pitchFamily="49" charset="0"/>
              </a:rPr>
              <a:t>  def __eq__(self, </a:t>
            </a:r>
            <a:r>
              <a:rPr lang="en-US" sz="1400" b="1" dirty="0" err="1">
                <a:solidFill>
                  <a:srgbClr val="FFFF00"/>
                </a:solidFill>
                <a:latin typeface="Consolas" panose="020B0609020204030204" pitchFamily="49" charset="0"/>
              </a:rPr>
              <a:t>oth</a:t>
            </a:r>
            <a:r>
              <a:rPr lang="en-US" sz="1400" b="1" dirty="0">
                <a:solidFill>
                  <a:srgbClr val="FFFF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400" b="1" dirty="0">
                <a:solidFill>
                  <a:srgbClr val="FFFF00"/>
                </a:solidFill>
                <a:latin typeface="Consolas" panose="020B0609020204030204" pitchFamily="49" charset="0"/>
              </a:rPr>
              <a:t>    return </a:t>
            </a:r>
            <a:r>
              <a:rPr lang="en-US" sz="1400" b="1" dirty="0" err="1">
                <a:solidFill>
                  <a:srgbClr val="FFFF00"/>
                </a:solidFill>
                <a:latin typeface="Consolas" panose="020B0609020204030204" pitchFamily="49" charset="0"/>
              </a:rPr>
              <a:t>self.fCost</a:t>
            </a:r>
            <a:r>
              <a:rPr lang="en-US" sz="1400" b="1" dirty="0">
                <a:solidFill>
                  <a:srgbClr val="FFFF00"/>
                </a:solidFill>
                <a:latin typeface="Consolas" panose="020B0609020204030204" pitchFamily="49" charset="0"/>
              </a:rPr>
              <a:t> == </a:t>
            </a:r>
            <a:r>
              <a:rPr lang="en-US" sz="1400" b="1" dirty="0" err="1">
                <a:solidFill>
                  <a:srgbClr val="FFFF00"/>
                </a:solidFill>
                <a:latin typeface="Consolas" panose="020B0609020204030204" pitchFamily="49" charset="0"/>
              </a:rPr>
              <a:t>oth.fCost</a:t>
            </a:r>
            <a:endParaRPr lang="en-US" sz="1400" b="1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endParaRPr lang="en-US" sz="1400" b="1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FFFF00"/>
                </a:solidFill>
                <a:latin typeface="Consolas" panose="020B0609020204030204" pitchFamily="49" charset="0"/>
              </a:rPr>
              <a:t>  def __</a:t>
            </a:r>
            <a:r>
              <a:rPr lang="en-US" sz="1400" b="1" dirty="0" err="1">
                <a:solidFill>
                  <a:srgbClr val="FFFF00"/>
                </a:solidFill>
                <a:latin typeface="Consolas" panose="020B0609020204030204" pitchFamily="49" charset="0"/>
              </a:rPr>
              <a:t>lt</a:t>
            </a:r>
            <a:r>
              <a:rPr lang="en-US" sz="1400" b="1" dirty="0">
                <a:solidFill>
                  <a:srgbClr val="FFFF00"/>
                </a:solidFill>
                <a:latin typeface="Consolas" panose="020B0609020204030204" pitchFamily="49" charset="0"/>
              </a:rPr>
              <a:t>__(self, </a:t>
            </a:r>
            <a:r>
              <a:rPr lang="en-US" sz="1400" b="1" dirty="0" err="1">
                <a:solidFill>
                  <a:srgbClr val="FFFF00"/>
                </a:solidFill>
                <a:latin typeface="Consolas" panose="020B0609020204030204" pitchFamily="49" charset="0"/>
              </a:rPr>
              <a:t>oth</a:t>
            </a:r>
            <a:r>
              <a:rPr lang="en-US" sz="1400" b="1" dirty="0">
                <a:solidFill>
                  <a:srgbClr val="FFFF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400" b="1" dirty="0">
                <a:solidFill>
                  <a:srgbClr val="FFFF00"/>
                </a:solidFill>
                <a:latin typeface="Consolas" panose="020B0609020204030204" pitchFamily="49" charset="0"/>
              </a:rPr>
              <a:t>    return </a:t>
            </a:r>
            <a:r>
              <a:rPr lang="en-US" sz="1400" b="1" dirty="0" err="1">
                <a:solidFill>
                  <a:srgbClr val="FFFF00"/>
                </a:solidFill>
                <a:latin typeface="Consolas" panose="020B0609020204030204" pitchFamily="49" charset="0"/>
              </a:rPr>
              <a:t>self.fCost</a:t>
            </a:r>
            <a:r>
              <a:rPr lang="en-US" sz="1400" b="1" dirty="0">
                <a:solidFill>
                  <a:srgbClr val="FFFF00"/>
                </a:solidFill>
                <a:latin typeface="Consolas" panose="020B0609020204030204" pitchFamily="49" charset="0"/>
              </a:rPr>
              <a:t> &lt; </a:t>
            </a:r>
            <a:r>
              <a:rPr lang="en-US" sz="1400" b="1" dirty="0" err="1">
                <a:solidFill>
                  <a:srgbClr val="FFFF00"/>
                </a:solidFill>
                <a:latin typeface="Consolas" panose="020B0609020204030204" pitchFamily="49" charset="0"/>
              </a:rPr>
              <a:t>oth.fCost</a:t>
            </a:r>
            <a:endParaRPr lang="en-US" sz="1400" b="1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endParaRPr lang="en-US" sz="1400" b="1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056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4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4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4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4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C36C2D85-110B-49D3-BA08-C36702C192F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A* Search: Problems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E85B2C32-DE14-4D02-BB52-FF9E1A8514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0" y="1718613"/>
            <a:ext cx="9144000" cy="3616484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2000" u="sng" dirty="0"/>
              <a:t>Problems with A* Search:</a:t>
            </a:r>
          </a:p>
          <a:p>
            <a:pPr lvl="1"/>
            <a:r>
              <a:rPr lang="en-US" sz="2000" dirty="0"/>
              <a:t> Consumes more memory than Greedy (but less than Uniform-Cost)</a:t>
            </a:r>
          </a:p>
          <a:p>
            <a:pPr lvl="1"/>
            <a:r>
              <a:rPr lang="en-US" sz="2000" dirty="0"/>
              <a:t> Takes more CPU time than Greedy (but less than Uniform-Cost)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sz="20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2000" dirty="0"/>
              <a:t>The Moral: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2000" dirty="0"/>
              <a:t>A* is very powerful and used in many applications (gaming &amp; otherwise), but there’s no free lunch. A* is good but requires substantial time and memory.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sz="20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2000" dirty="0"/>
              <a:t>When memory or CPU time are in short supply, other, simpler methods may work better.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5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2D3FE-5CC5-0946-9A84-624856BE6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154" y="2942906"/>
            <a:ext cx="11935691" cy="803934"/>
          </a:xfrm>
        </p:spPr>
        <p:txBody>
          <a:bodyPr/>
          <a:lstStyle/>
          <a:p>
            <a:r>
              <a:rPr lang="en-US" dirty="0"/>
              <a:t>Fin</a:t>
            </a:r>
          </a:p>
        </p:txBody>
      </p:sp>
    </p:spTree>
    <p:extLst>
      <p:ext uri="{BB962C8B-B14F-4D97-AF65-F5344CB8AC3E}">
        <p14:creationId xmlns:p14="http://schemas.microsoft.com/office/powerpoint/2010/main" val="9391672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DESIGN_ID_INTEGRAL" val="pEoATKhI"/>
  <p:tag name="TAG_BACKING_FORM_KEY" val="2293812-h:\powerpoint training for ids\coip-ppt-example-template.pptx"/>
  <p:tag name="ARTICULATE_PRESENTER_VERSION" val="8"/>
  <p:tag name="ARTICULATE_PROJECT_OPEN" val="0"/>
  <p:tag name="ARTICULATE_SLIDE_COUNT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theme/theme1.xml><?xml version="1.0" encoding="utf-8"?>
<a:theme xmlns:a="http://schemas.openxmlformats.org/drawingml/2006/main" name="Integral">
  <a:themeElements>
    <a:clrScheme name="cap405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FF"/>
      </a:accent1>
      <a:accent2>
        <a:srgbClr val="70FBDF"/>
      </a:accent2>
      <a:accent3>
        <a:srgbClr val="90D850"/>
      </a:accent3>
      <a:accent4>
        <a:srgbClr val="EC3323"/>
      </a:accent4>
      <a:accent5>
        <a:srgbClr val="FAFD59"/>
      </a:accent5>
      <a:accent6>
        <a:srgbClr val="F97C15"/>
      </a:accent6>
      <a:hlink>
        <a:srgbClr val="113EA7"/>
      </a:hlink>
      <a:folHlink>
        <a:srgbClr val="B2B8B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p4053_ppt_template" id="{4C1B1C85-0A0C-1945-932E-688637B81444}" vid="{C9958919-F8C1-A241-99F7-75F6D6AECB9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cap4053_ppt_template</Template>
  <TotalTime>969</TotalTime>
  <Words>1268</Words>
  <Application>Microsoft Office PowerPoint</Application>
  <PresentationFormat>Widescreen</PresentationFormat>
  <Paragraphs>228</Paragraphs>
  <Slides>11</Slides>
  <Notes>5</Notes>
  <HiddenSlides>0</HiddenSlides>
  <MMClips>2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3" baseType="lpstr">
      <vt:lpstr>Arial Regular</vt:lpstr>
      <vt:lpstr>Arial</vt:lpstr>
      <vt:lpstr>Calibri</vt:lpstr>
      <vt:lpstr>Consolas</vt:lpstr>
      <vt:lpstr>Courier New</vt:lpstr>
      <vt:lpstr>Garamond</vt:lpstr>
      <vt:lpstr>Georgia</vt:lpstr>
      <vt:lpstr>Open Sans</vt:lpstr>
      <vt:lpstr>Tw Cen MT</vt:lpstr>
      <vt:lpstr>Wingdings</vt:lpstr>
      <vt:lpstr>Wingdings 3</vt:lpstr>
      <vt:lpstr>Integral</vt:lpstr>
      <vt:lpstr>Best-First Searches</vt:lpstr>
      <vt:lpstr>Greedy Best-First Search</vt:lpstr>
      <vt:lpstr>Greedy Best-First Search</vt:lpstr>
      <vt:lpstr>Shortcomings of Greedy Best-First</vt:lpstr>
      <vt:lpstr>Uniform Cost Search</vt:lpstr>
      <vt:lpstr>Uniform Cost Search</vt:lpstr>
      <vt:lpstr>Uniform-Cost Search: Problems</vt:lpstr>
      <vt:lpstr>A*: It’s Good to Be the King (of optimal search)</vt:lpstr>
      <vt:lpstr>A* Search</vt:lpstr>
      <vt:lpstr>A* Search: Problems</vt:lpstr>
      <vt:lpstr>Fin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Fundamentals of AI</dc:title>
  <dc:creator>Jeremiah Blanchard</dc:creator>
  <cp:lastModifiedBy>Blanchard, Jeremiah J</cp:lastModifiedBy>
  <cp:revision>151</cp:revision>
  <dcterms:created xsi:type="dcterms:W3CDTF">2018-09-23T01:33:33Z</dcterms:created>
  <dcterms:modified xsi:type="dcterms:W3CDTF">2025-05-20T15:58:33Z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8A5176DE-1C3A-4C5F-BD19-F0ED2390E70E</vt:lpwstr>
  </property>
  <property fmtid="{D5CDD505-2E9C-101B-9397-08002B2CF9AE}" pid="3" name="ArticulatePath">
    <vt:lpwstr>Presentation2</vt:lpwstr>
  </property>
  <property fmtid="{D5CDD505-2E9C-101B-9397-08002B2CF9AE}" pid="4" name="ArticulateUseProject">
    <vt:lpwstr>1</vt:lpwstr>
  </property>
  <property fmtid="{D5CDD505-2E9C-101B-9397-08002B2CF9AE}" pid="5" name="ArticulateProjectFull">
    <vt:lpwstr>H:\PowerPoint training for IDs\COIP-PPT-example-template.ppta</vt:lpwstr>
  </property>
  <property fmtid="{D5CDD505-2E9C-101B-9397-08002B2CF9AE}" pid="6" name="ArticulateProjectVersion">
    <vt:lpwstr>8</vt:lpwstr>
  </property>
</Properties>
</file>